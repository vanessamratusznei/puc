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78" r:id="rId5"/>
    <p:sldId id="260" r:id="rId6"/>
    <p:sldId id="275" r:id="rId7"/>
    <p:sldId id="276" r:id="rId8"/>
    <p:sldId id="269" r:id="rId9"/>
    <p:sldId id="270" r:id="rId10"/>
    <p:sldId id="279" r:id="rId11"/>
    <p:sldId id="280" r:id="rId12"/>
    <p:sldId id="281" r:id="rId13"/>
    <p:sldId id="265" r:id="rId14"/>
    <p:sldId id="274" r:id="rId15"/>
    <p:sldId id="282" r:id="rId16"/>
    <p:sldId id="284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80" autoAdjust="0"/>
  </p:normalViewPr>
  <p:slideViewPr>
    <p:cSldViewPr snapToGrid="0">
      <p:cViewPr varScale="1">
        <p:scale>
          <a:sx n="65" d="100"/>
          <a:sy n="65" d="100"/>
        </p:scale>
        <p:origin x="8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34C5E-9A8F-4ADD-AB77-35F2F7623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847F79-6DBF-4653-8797-58785EC36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F9B60B-D880-4BB7-8C4A-63BE0B1D0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33EF54-E741-407E-B495-3ED087D7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D4D158-8066-4737-A454-2870DF376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662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5EF8E-82AC-4E18-9526-C983AD7BB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1E3C1F-EB83-48B6-900E-B8B71AEE1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72FF07-CD43-402D-AA6E-F5245936F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D4E958-F0C3-4509-A7A5-67A966CD7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99E526-6F7E-4144-A0C8-887C34C3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1296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A683D-CE46-4217-8770-072F73E11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69D422-E024-4E4C-9A0B-029E4D588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29CBDA-5328-4D58-93C1-A50A70F5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DFFC05-1857-4ABD-9FE6-012DA1D2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024365-2397-43E3-B747-AAFD3521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32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12187-0F46-4404-A7AB-0171CA22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F27FB5-2B8F-453B-BDE7-C73C048A4A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6E7795E-3B75-46EC-9BA8-89C694DE0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7D2184-E7BB-4B7A-A7CE-AC1015478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24/10/2023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2609B1-C9FC-4473-ACEB-9E92595B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1BD618-F0D8-4DA6-BE68-C2DF21085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7818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A6B65-7D85-49A3-BCE8-76BEC209F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55E724-9C53-4C7F-A508-BF2D08088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D305036-C604-407E-974F-855625B12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2244E76-08D3-40D3-800B-5225EF569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996CA4C-DCDE-4633-B78F-9E7C28F95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B424AE6-D988-410D-8D24-BCE27B11B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24/10/2023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977F109-6A7C-49E8-BC6B-E07A8A5B7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E83F8BD-9E36-45E2-A8E3-A16144A7E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605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225899-C2C7-4728-BD24-51F30E2A4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F3B6C29-193C-4C57-9D16-320B3A93A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24/10/2023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8E6D84-A19B-4822-AAF3-FC8F81863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CDD51D1-626F-4F85-B4D7-F8FA97F0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0976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E212F9F-A977-4810-9E4A-803428410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24/10/2023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CD7B70C-F4F9-49D9-81F9-88B4C85B0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CD32A74-D731-4029-B5D7-64293A808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2046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E871C-FEAE-4053-9B20-2EF4BE9C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5EAF9F-F6D3-4AF9-890D-891CD13B8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D98D9B-C144-488F-AD7C-35E53AD65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F4C310-7894-400B-874A-D41C19461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24/10/2023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F4B178-0EE4-4F50-874B-0C9D24B3E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06EEFD-0538-49EC-9C16-6C515CF86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541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7DEF4-7F7E-4ABF-B1F1-4F7C7AEBF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88BEFB4-F8FA-470E-8A71-8AB969791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E90B5E4-7E40-46CC-8420-60AE202BE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6CFC15-B619-4FE8-BF0B-62D6A9E72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24/10/2023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077EB3-C367-46E0-A97C-19696F4F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7202E7-EF49-46D6-8D8C-4C3163289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305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6ECEA-7FD5-494C-A18B-EB585C51D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B7CB92-FF84-4273-AF4A-FAC6C8751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5E0FBF-90A5-4ACC-B033-2D028192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CC7FEF-44AF-43DC-A48D-97E1C6D6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89DCE1-6944-4537-8EE7-06FEBF84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4180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330F93-34F7-46EE-BD97-CB23E77EE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E83667-4271-4C74-919B-5D4009681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EF6ECB-AC58-4DF5-B116-0392935D5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E7009-81E1-4CC1-9727-5FDDEAC86B46}" type="datetimeFigureOut">
              <a:rPr lang="pt-BR" smtClean="0"/>
              <a:t>24/10/2023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DA983B-AECC-4E41-90CB-87D8025BD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FF5E11-334E-49F7-8614-24E1D3030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428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CEE99A3-C287-47CF-A22C-5EF9C0568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907E2D-B870-447A-9E1A-16D3C68CC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5B9B01-4D69-4AB6-8D4D-2FDA7DEF9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E7009-81E1-4CC1-9727-5FDDEAC86B46}" type="datetimeFigureOut">
              <a:rPr lang="pt-BR" smtClean="0"/>
              <a:t>24/10/2023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CCA9D7-99DA-4BE9-8906-DC9859C9B9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C68E6E-A4C2-48B6-86AB-AD67D9270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7E2DF-6FDC-48C7-A5F2-4CC73C15B31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073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ripadvisor.com.br/Attractions-g293915-Activities-c47-t10-Thailand.html" TargetMode="External"/><Relationship Id="rId3" Type="http://schemas.openxmlformats.org/officeDocument/2006/relationships/hyperlink" Target="https://www.budismo.org.pt/o-que-e-o-budismo-theravada/" TargetMode="External"/><Relationship Id="rId7" Type="http://schemas.openxmlformats.org/officeDocument/2006/relationships/hyperlink" Target="https://welcometrips.com.br/viagem/tailandia-cultura-e-budismo/" TargetMode="External"/><Relationship Id="rId2" Type="http://schemas.openxmlformats.org/officeDocument/2006/relationships/hyperlink" Target="https://www.calcathai.com/blogs/calcathai/57181571-budismo-a-principal-religiao-na-tailandi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viajenaviagem.com/tailandia-dicas-ayutthaya-bangkok-chiang-mai/" TargetMode="External"/><Relationship Id="rId11" Type="http://schemas.openxmlformats.org/officeDocument/2006/relationships/hyperlink" Target="https://www.martureo.com.br/budismo-popular-tailandes/" TargetMode="External"/><Relationship Id="rId5" Type="http://schemas.openxmlformats.org/officeDocument/2006/relationships/hyperlink" Target="https://ativaturismo.com.br/5-templos-na-tailandia/" TargetMode="External"/><Relationship Id="rId10" Type="http://schemas.openxmlformats.org/officeDocument/2006/relationships/hyperlink" Target="https://www.terramundi.com.br/blog/saiba-mais-sobre-cultura-da-tailandia/" TargetMode="External"/><Relationship Id="rId4" Type="http://schemas.openxmlformats.org/officeDocument/2006/relationships/hyperlink" Target="https://www.scientologyreligion.pt/religious-expertises/religious-toleration/theravada-buddhism.html" TargetMode="External"/><Relationship Id="rId9" Type="http://schemas.openxmlformats.org/officeDocument/2006/relationships/hyperlink" Target="https://www.terramundi.com.br/blog/tailandia-budista-e-historica-essencia-da-terra-dos-sorrisos/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nnbrasil.com.br/viagemegastronomia/viagem/ja-pensou-em-conhecer-o-camboja/" TargetMode="External"/><Relationship Id="rId3" Type="http://schemas.openxmlformats.org/officeDocument/2006/relationships/hyperlink" Target="https://br.freepik.com/fotos/templos-budistas-camboja" TargetMode="External"/><Relationship Id="rId7" Type="http://schemas.openxmlformats.org/officeDocument/2006/relationships/hyperlink" Target="https://www.cnnbrasil.com.br/viagemegastronomia/viagem/angkor-wat-umas-das-maravilhas-do-mundo-no-camboja/" TargetMode="External"/><Relationship Id="rId2" Type="http://schemas.openxmlformats.org/officeDocument/2006/relationships/hyperlink" Target="https://revistaunquiet.com.br/cultura/templos-de-angkor-e-o-reino-khme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rasilescola.uol.com.br/geografia/camboja.htm" TargetMode="External"/><Relationship Id="rId5" Type="http://schemas.openxmlformats.org/officeDocument/2006/relationships/hyperlink" Target="http://blog.raidho.com.br/2018/05/camboja-historia-e-cultura-religiosa-impressionantes/" TargetMode="External"/><Relationship Id="rId4" Type="http://schemas.openxmlformats.org/officeDocument/2006/relationships/hyperlink" Target="https://viagemeturismo.abril.com.br/materias/os-10-templos-mais-incriveis-de-angkor-camboj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92DFC-4068-4AC1-B1F5-82DFCBC9D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4545"/>
            <a:ext cx="9144000" cy="2387600"/>
          </a:xfrm>
        </p:spPr>
        <p:txBody>
          <a:bodyPr>
            <a:normAutofit/>
          </a:bodyPr>
          <a:lstStyle/>
          <a:p>
            <a:r>
              <a:rPr lang="pt-BR" sz="4400" b="1" dirty="0">
                <a:solidFill>
                  <a:srgbClr val="8A0638"/>
                </a:solidFill>
                <a:latin typeface="+mn-lt"/>
              </a:rPr>
              <a:t>Concurso Cultural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2D6795-D732-494C-B158-7BE143290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4220"/>
            <a:ext cx="9144000" cy="1655762"/>
          </a:xfrm>
        </p:spPr>
        <p:txBody>
          <a:bodyPr>
            <a:normAutofit/>
          </a:bodyPr>
          <a:lstStyle/>
          <a:p>
            <a:r>
              <a:rPr lang="pt-BR" sz="3600" b="1" dirty="0">
                <a:solidFill>
                  <a:srgbClr val="515151"/>
                </a:solidFill>
                <a:ea typeface="+mj-ea"/>
                <a:cs typeface="+mj-cs"/>
              </a:rPr>
              <a:t>Vanessa Milani </a:t>
            </a:r>
            <a:r>
              <a:rPr lang="pt-BR" sz="3600" b="1" dirty="0" err="1">
                <a:solidFill>
                  <a:srgbClr val="515151"/>
                </a:solidFill>
                <a:ea typeface="+mj-ea"/>
                <a:cs typeface="+mj-cs"/>
              </a:rPr>
              <a:t>Ratusznei</a:t>
            </a:r>
            <a:endParaRPr lang="pt-BR" sz="3600" b="1" dirty="0">
              <a:solidFill>
                <a:srgbClr val="51515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32541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AD445-7104-4ED6-8C71-E3C704656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400" b="1" dirty="0">
                <a:solidFill>
                  <a:srgbClr val="8A0638"/>
                </a:solidFill>
                <a:latin typeface="+mn-lt"/>
              </a:rPr>
              <a:t>Quais países foram escolhidos?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88C5B9A-AEF3-4B88-B85C-614546A3C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6898"/>
            <a:ext cx="10515600" cy="1139248"/>
          </a:xfrm>
        </p:spPr>
        <p:txBody>
          <a:bodyPr>
            <a:normAutofit/>
          </a:bodyPr>
          <a:lstStyle/>
          <a:p>
            <a:r>
              <a:rPr lang="pt-BR" sz="2400" b="1" dirty="0">
                <a:solidFill>
                  <a:srgbClr val="515151"/>
                </a:solidFill>
              </a:rPr>
              <a:t>Tailândia</a:t>
            </a:r>
          </a:p>
          <a:p>
            <a:r>
              <a:rPr lang="pt-BR" sz="2400" b="1" dirty="0">
                <a:solidFill>
                  <a:srgbClr val="515151"/>
                </a:solidFill>
              </a:rPr>
              <a:t>Camboja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D0CA667-0AD2-494A-82AB-84907AAB35C2}"/>
              </a:ext>
            </a:extLst>
          </p:cNvPr>
          <p:cNvSpPr txBox="1">
            <a:spLocks/>
          </p:cNvSpPr>
          <p:nvPr/>
        </p:nvSpPr>
        <p:spPr>
          <a:xfrm>
            <a:off x="838200" y="26649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400" b="1" dirty="0">
                <a:solidFill>
                  <a:srgbClr val="8A0638"/>
                </a:solidFill>
                <a:latin typeface="+mn-lt"/>
              </a:rPr>
              <a:t>Motivações da escolha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1C77B9B9-CC76-4E4C-ABCB-D5840F30F22F}"/>
              </a:ext>
            </a:extLst>
          </p:cNvPr>
          <p:cNvSpPr txBox="1">
            <a:spLocks/>
          </p:cNvSpPr>
          <p:nvPr/>
        </p:nvSpPr>
        <p:spPr>
          <a:xfrm>
            <a:off x="838200" y="3914050"/>
            <a:ext cx="10515600" cy="4562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       Optei por explorar o 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budismo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na Tailândia e no Camboja devido à minha curiosidade, já que possuo conhecimento limitado sobre a religião. Esses locais me parecem um ponto de partida interessante para compreender o 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budismo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, uma vez que ele é a religião predominante nesses países. Estou interessada em observar como as pessoas vivenciam suas crenças e como essas se entrelaçam com suas culturas. Será uma oportunidade para aprofundar meu conhecimento sobre a 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religião budista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, e para entender sua influência nas vidas das pessoas.</a:t>
            </a:r>
          </a:p>
        </p:txBody>
      </p:sp>
    </p:spTree>
    <p:extLst>
      <p:ext uri="{BB962C8B-B14F-4D97-AF65-F5344CB8AC3E}">
        <p14:creationId xmlns:p14="http://schemas.microsoft.com/office/powerpoint/2010/main" val="3901452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EA4B6-0216-4B52-B223-7DD0C8A3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b="1" u="sng" dirty="0">
                <a:solidFill>
                  <a:srgbClr val="8A0638"/>
                </a:solidFill>
                <a:latin typeface="+mn-lt"/>
              </a:rPr>
              <a:t>Tailândia</a:t>
            </a:r>
            <a:r>
              <a:rPr lang="pt-BR" b="1" dirty="0">
                <a:solidFill>
                  <a:srgbClr val="8A0638"/>
                </a:solidFill>
                <a:latin typeface="+mn-lt"/>
              </a:rPr>
              <a:t> - </a:t>
            </a:r>
            <a:r>
              <a:rPr lang="pt-BR" sz="3000" b="1" dirty="0">
                <a:solidFill>
                  <a:srgbClr val="8A0638"/>
                </a:solidFill>
                <a:latin typeface="+mn-lt"/>
              </a:rPr>
              <a:t>Apresentação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CECF8C71-FA67-4DB8-9981-253392672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85184"/>
          </a:xfrm>
        </p:spPr>
        <p:txBody>
          <a:bodyPr>
            <a:normAutofit/>
          </a:bodyPr>
          <a:lstStyle/>
          <a:p>
            <a:pPr marL="0" algn="just" fontAlgn="t">
              <a:spcBef>
                <a:spcPts val="0"/>
              </a:spcBef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	A Tailândia é um país que combina espiritualidade com cultura, e a religião predominante nesse país é o budismo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Theravada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, que se destaca por seu foco na busca pela iluminação individual.</a:t>
            </a:r>
          </a:p>
          <a:p>
            <a:pPr marL="0" algn="just" fontAlgn="t">
              <a:spcBef>
                <a:spcPts val="0"/>
              </a:spcBef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	A cultura tailandesa é profundamente influenciada pelo budismo, refletindo-se em suas tradições, festivais e até mesmo na arquitetura de templos deslumbrantes, como o Wat Pho e o Wat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Arun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em Bangkok. A hospitalidade e a generosidade são valores essenciais da cultura local, moldados pela crença budista na bondade e no mérito.</a:t>
            </a:r>
          </a:p>
          <a:p>
            <a:pPr marL="0" algn="just" fontAlgn="t">
              <a:spcBef>
                <a:spcPts val="0"/>
              </a:spcBef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	Os espaços turísticos sagrados na Tailândia são abundantes e incluem templos impressionantes, onde os visitantes podem observar práticas religiosas, admirar estátuas de Buda e apreciar a arquitetura única. Além disso, o país é famoso pelo Santuário dos Elefantes, onde os elefantes são considerados sagrados e respeitados.</a:t>
            </a:r>
          </a:p>
          <a:p>
            <a:pPr marL="0" algn="just" fontAlgn="t">
              <a:spcBef>
                <a:spcPts val="0"/>
              </a:spcBef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	Na Tailândia, a distinção entre o sagrado e o profano (no contexto budista) não é tão rígida quanto em algumas outras religiões, eles são integrados na vida cotidiana, refletindo os valores budistas de moralidade, compaixão e desapego. O sagrado se manifesta em templos e locais de adoração, na reverência a imagens de Buda, nas práticas religiosas e na ética moral que guia a vida cotidiana.</a:t>
            </a:r>
          </a:p>
          <a:p>
            <a:pPr marL="228600" lvl="1" indent="0" fontAlgn="t">
              <a:spcBef>
                <a:spcPts val="0"/>
              </a:spcBef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228600" lvl="1" indent="0" fontAlgn="t">
              <a:spcBef>
                <a:spcPts val="0"/>
              </a:spcBef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228600" lvl="1" indent="0" fontAlgn="t">
              <a:spcBef>
                <a:spcPts val="0"/>
              </a:spcBef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446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EA4B6-0216-4B52-B223-7DD0C8A3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b="1" u="sng" dirty="0">
                <a:solidFill>
                  <a:srgbClr val="8A0638"/>
                </a:solidFill>
                <a:latin typeface="+mn-lt"/>
              </a:rPr>
              <a:t>Tailândia</a:t>
            </a:r>
            <a:r>
              <a:rPr lang="pt-BR" b="1" dirty="0">
                <a:solidFill>
                  <a:srgbClr val="8A0638"/>
                </a:solidFill>
                <a:latin typeface="+mn-lt"/>
              </a:rPr>
              <a:t> - </a:t>
            </a:r>
            <a:r>
              <a:rPr lang="pt-BR" sz="3000" b="1" dirty="0">
                <a:solidFill>
                  <a:srgbClr val="8A0638"/>
                </a:solidFill>
                <a:latin typeface="+mn-lt"/>
              </a:rPr>
              <a:t>Apresentação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CECF8C71-FA67-4DB8-9981-253392672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85184"/>
          </a:xfrm>
        </p:spPr>
        <p:txBody>
          <a:bodyPr>
            <a:normAutofit/>
          </a:bodyPr>
          <a:lstStyle/>
          <a:p>
            <a:pPr marL="0" algn="just" fontAlgn="t">
              <a:spcBef>
                <a:spcPts val="0"/>
              </a:spcBef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	 Já o profano é associado a comportamentos não éticos, materialismo excessivo, desrespeito por locais sagrados e a falta de compaixão. É importante ressaltar que o budismo tailandês promove a compreensão e a redenção, permitindo que as pessoas aprendam com seus erros. </a:t>
            </a:r>
          </a:p>
          <a:p>
            <a:pPr marL="0" algn="just" fontAlgn="t">
              <a:spcBef>
                <a:spcPts val="0"/>
              </a:spcBef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	A fé é vivenciada de maneira pessoal e profunda na Tailândia, com muitas pessoas buscando a orientação espiritual dos monges e participando de festivais religiosos. A meditação é uma prática comum para alcançar a paz interior e a iluminação.</a:t>
            </a:r>
          </a:p>
          <a:p>
            <a:pPr marL="0" algn="just" fontAlgn="t">
              <a:spcBef>
                <a:spcPts val="0"/>
              </a:spcBef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	Embora a Tailândia tenha uma forte tradição budista, a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fanatização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religiosa é menos prevalente em comparação a algumas outras nações. A coexistência pacífica de diferentes religiões é uma característica notável da sociedade tailandesa.</a:t>
            </a:r>
          </a:p>
          <a:p>
            <a:pPr marL="0" algn="just" fontAlgn="t">
              <a:spcBef>
                <a:spcPts val="0"/>
              </a:spcBef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	Os pontos positivos das expressões religiosas na Tailândia incluem uma sociedade harmoniosa, onde a espiritualidade é parte integrante da vida diária. No entanto, pode haver alguns aspectos negativos, como a exploração do turismo religioso e o materialismo associado a alguns locais sagrados, que podem prejudicar a autenticidade das práticas religiosas. </a:t>
            </a:r>
          </a:p>
          <a:p>
            <a:pPr marL="0" algn="just" fontAlgn="t">
              <a:spcBef>
                <a:spcPts val="0"/>
              </a:spcBef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9244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ED8BC-0A32-4236-9DD5-99849EED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b="1" u="sng" dirty="0">
                <a:solidFill>
                  <a:srgbClr val="8A0638"/>
                </a:solidFill>
                <a:latin typeface="Calibri" panose="020F0502020204030204"/>
              </a:rPr>
              <a:t>Tailândia</a:t>
            </a:r>
            <a:r>
              <a:rPr lang="pt-BR" sz="3400" b="1" dirty="0">
                <a:solidFill>
                  <a:srgbClr val="8A0638"/>
                </a:solidFill>
                <a:latin typeface="Calibri" panose="020F0502020204030204"/>
              </a:rPr>
              <a:t> - </a:t>
            </a:r>
            <a:r>
              <a:rPr lang="pt-BR" sz="3000" b="1" dirty="0">
                <a:solidFill>
                  <a:srgbClr val="8A0638"/>
                </a:solidFill>
                <a:latin typeface="+mn-lt"/>
              </a:rPr>
              <a:t>Roteiro de viagem</a:t>
            </a:r>
            <a:endParaRPr lang="pt-BR" sz="3400" b="1" dirty="0">
              <a:solidFill>
                <a:srgbClr val="8A0638"/>
              </a:solidFill>
              <a:latin typeface="+mn-l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0F30BF-7698-4310-981E-70DA3D77D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69727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Wat 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Phra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 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Kaew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 e o Grande Palácio (Bangkok): </a:t>
            </a:r>
          </a:p>
          <a:p>
            <a:pPr marL="0" indent="0" algn="just"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O Wat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Phra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Kaew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, ou Templo do Buda de Esmeralda, é um dos templos budistas mais sagrados da Tailândia e abriga a estátua do Buda de Esmeralda. O Grande Palácio, adjacente ao templo, é um exemplo impressionante da arquitetura tailandesa e da influência religiosa na cultura real.</a:t>
            </a:r>
          </a:p>
          <a:p>
            <a:pPr marL="0" indent="0" algn="just"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 algn="just"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 algn="just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Wat Pho (Bangkok):  </a:t>
            </a:r>
          </a:p>
          <a:p>
            <a:pPr marL="0" indent="0" algn="just"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O Wat Pho é famoso por abrigar o maior Buda reclinado da Tailândia. Além disso, é um centro de ensino de massagem tailandesa tradicional e meditação.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88E2622-62BA-4971-80F6-AE960B5C3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429" y="1690688"/>
            <a:ext cx="3179371" cy="211825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8A95810-37C9-42FA-A79F-F6A5F615B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382" y="4072701"/>
            <a:ext cx="3185418" cy="212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23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ED8BC-0A32-4236-9DD5-99849EED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b="1" u="sng" dirty="0">
                <a:solidFill>
                  <a:srgbClr val="8A0638"/>
                </a:solidFill>
                <a:latin typeface="Calibri" panose="020F0502020204030204"/>
              </a:rPr>
              <a:t>Tailândia</a:t>
            </a:r>
            <a:r>
              <a:rPr lang="pt-BR" sz="3400" b="1" dirty="0">
                <a:solidFill>
                  <a:srgbClr val="8A0638"/>
                </a:solidFill>
                <a:latin typeface="Calibri" panose="020F0502020204030204"/>
              </a:rPr>
              <a:t> - </a:t>
            </a:r>
            <a:r>
              <a:rPr lang="pt-BR" sz="3000" b="1" dirty="0">
                <a:solidFill>
                  <a:srgbClr val="8A0638"/>
                </a:solidFill>
                <a:latin typeface="+mn-lt"/>
              </a:rPr>
              <a:t>Roteiro de viagem</a:t>
            </a:r>
            <a:endParaRPr lang="pt-BR" sz="3400" b="1" dirty="0">
              <a:solidFill>
                <a:srgbClr val="8A0638"/>
              </a:solidFill>
              <a:latin typeface="+mn-l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0F30BF-7698-4310-981E-70DA3D77D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697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Wat 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Phra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 Singh (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Chiang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 Mai): </a:t>
            </a:r>
          </a:p>
          <a:p>
            <a:pPr marL="0" indent="0" algn="just">
              <a:buNone/>
            </a:pP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Chiang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Mai é conhecida por seus templos, e o Wat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Phra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Singh é um dos mais importantes. Abriga uma estátua de Buda altamente reverenciada e é um centro de estudo e prática do budismo.</a:t>
            </a:r>
          </a:p>
          <a:p>
            <a:pPr marL="0" indent="0" algn="just"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 algn="just"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 algn="just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Santuário dos Elefantes (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Chiang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 Mai): </a:t>
            </a:r>
          </a:p>
          <a:p>
            <a:pPr marL="0" indent="0" algn="just"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Na província de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Chiang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Mai, o Santuário dos Elefantes oferece uma oportunidade única para aprender sobre a relação entre o budismo e a reverência aos elefantes na cultura tailandesa. Os elefantes são considerados animais sagrados.</a:t>
            </a:r>
          </a:p>
          <a:p>
            <a:pPr marL="0" indent="0" algn="just"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F0FB0C8-9D87-4676-98D7-5915CE7FF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529" y="1690688"/>
            <a:ext cx="3173269" cy="178496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AB73B58-F246-4865-831D-449D89C531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529" y="3795892"/>
            <a:ext cx="3173269" cy="238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877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ED8BC-0A32-4236-9DD5-99849EED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b="1" u="sng" dirty="0">
                <a:solidFill>
                  <a:srgbClr val="8A0638"/>
                </a:solidFill>
                <a:latin typeface="Calibri" panose="020F0502020204030204"/>
              </a:rPr>
              <a:t>Tailândia</a:t>
            </a:r>
            <a:r>
              <a:rPr lang="pt-BR" sz="3400" b="1" dirty="0">
                <a:solidFill>
                  <a:srgbClr val="8A0638"/>
                </a:solidFill>
                <a:latin typeface="Calibri" panose="020F0502020204030204"/>
              </a:rPr>
              <a:t> - </a:t>
            </a:r>
            <a:r>
              <a:rPr lang="pt-BR" sz="3000" b="1" dirty="0">
                <a:solidFill>
                  <a:srgbClr val="8A0638"/>
                </a:solidFill>
                <a:latin typeface="+mn-lt"/>
              </a:rPr>
              <a:t>Roteiro de viagem</a:t>
            </a:r>
            <a:endParaRPr lang="pt-BR" sz="3400" b="1" dirty="0">
              <a:solidFill>
                <a:srgbClr val="8A0638"/>
              </a:solidFill>
              <a:latin typeface="+mn-l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0F30BF-7698-4310-981E-70DA3D77D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697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Wat 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Mahathat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 (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Ayutthaya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): </a:t>
            </a:r>
          </a:p>
          <a:p>
            <a:pPr marL="0" indent="0" algn="just"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Antiga capital do Reino de Sião,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Ayutthaya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possui uma série de templos e ruínas que refletem a influência do budismo na história tailandesa. O Wat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Mahathat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é famoso por uma cabeça de Buda entrelaçada em raízes de uma árvore.</a:t>
            </a:r>
          </a:p>
          <a:p>
            <a:pPr marL="0" indent="0">
              <a:buNone/>
            </a:pPr>
            <a:endParaRPr lang="pt-BR" sz="2000" b="1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pt-BR" sz="2000" b="1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Wat 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Rong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 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Khun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 (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Chiang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 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Rai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): </a:t>
            </a:r>
          </a:p>
          <a:p>
            <a:pPr marL="0" indent="0" algn="just"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Embora não seja um templo histórico tradicional, o Wat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Rong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Khun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ou “Templo Branco” é uma obra de arte contemporânea que combina elementos budistas com uma visão única. É um local intrigante para explorar a fusão entre o contemporâneo e o espiritual.</a:t>
            </a:r>
          </a:p>
          <a:p>
            <a:pPr marL="0" indent="0">
              <a:buNone/>
            </a:pPr>
            <a:endParaRPr lang="pt-BR" sz="2000" b="1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pt-BR" sz="2000" b="1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BAC5774-246D-4EF5-A87C-B911FED9D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235" y="4078217"/>
            <a:ext cx="3173269" cy="210920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4C94739-3DEC-4E6C-8B7C-BD58269BF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236" y="1690688"/>
            <a:ext cx="3173269" cy="211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214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EA4B6-0216-4B52-B223-7DD0C8A3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b="1" u="sng" dirty="0">
                <a:solidFill>
                  <a:srgbClr val="8A0638"/>
                </a:solidFill>
                <a:latin typeface="Calibri" panose="020F0502020204030204"/>
              </a:rPr>
              <a:t>Camboja</a:t>
            </a:r>
            <a:r>
              <a:rPr lang="pt-BR" sz="3400" b="1" dirty="0">
                <a:solidFill>
                  <a:srgbClr val="8A0638"/>
                </a:solidFill>
                <a:latin typeface="Calibri" panose="020F0502020204030204"/>
              </a:rPr>
              <a:t> </a:t>
            </a:r>
            <a:r>
              <a:rPr lang="pt-BR" sz="3000" b="1" dirty="0">
                <a:solidFill>
                  <a:srgbClr val="8A0638"/>
                </a:solidFill>
                <a:latin typeface="Calibri" panose="020F0502020204030204"/>
              </a:rPr>
              <a:t>- Apresentação</a:t>
            </a:r>
            <a:endParaRPr lang="pt-BR" sz="3000" b="1" dirty="0">
              <a:solidFill>
                <a:srgbClr val="8A0638"/>
              </a:solidFill>
              <a:latin typeface="+mn-lt"/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CECF8C71-FA67-4DB8-9981-253392672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85184"/>
          </a:xfrm>
        </p:spPr>
        <p:txBody>
          <a:bodyPr>
            <a:normAutofit/>
          </a:bodyPr>
          <a:lstStyle/>
          <a:p>
            <a:pPr marL="0" algn="just" fontAlgn="t">
              <a:spcBef>
                <a:spcPts val="0"/>
              </a:spcBef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	O Camboja é uma nação rica em cultura e história, com o budismo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Theravada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como religião predominante.</a:t>
            </a:r>
          </a:p>
          <a:p>
            <a:pPr marL="0" algn="just" fontAlgn="t">
              <a:spcBef>
                <a:spcPts val="0"/>
              </a:spcBef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	A cultura cambojana é profundamente influenciada pelo budismo, com traços de espiritualidade visíveis em todas as esferas da vida. A sociedade cambojana valoriza a compaixão, a harmonia e a gratidão, refletindo as premissas do budismo.</a:t>
            </a:r>
          </a:p>
          <a:p>
            <a:pPr marL="0" algn="just" fontAlgn="t">
              <a:spcBef>
                <a:spcPts val="0"/>
              </a:spcBef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	Os templos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angkorianos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, como o famoso Angkor Wat, são os principais pontos turísticos sagrados do Camboja. Angkor Wat é um dos maiores complexos religiosos do mundo e é um local de peregrinação importante para budistas e turistas. Outros templos, como o Bayon e o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Ta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Prohm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, também são notáveis por suas características religiosas.</a:t>
            </a:r>
          </a:p>
          <a:p>
            <a:pPr marL="0" algn="just" fontAlgn="t">
              <a:spcBef>
                <a:spcPts val="0"/>
              </a:spcBef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	No Camboja, a distinção entre o sagrado e o profano (no contexto do budista) pode ser menos óbvia do que em outras religiões. O sagrado se manifesta em templos, imagens de Buda, rituais e práticas religiosas que são altamente reverenciados. O profano pode ser evidenciado por meio de comportamentos não éticos, desrespeito a locais sagrados, apego excessivo a bens materiais e atitudes cruéis. No entanto, é importante notar que o budismo cambojano promove a compreensão, o perdão e a busca da redenção. Os cambojanos são encorajados a aprender com seus erros e a buscar um caminho espiritual que os leve a uma vida mais virtuosa. </a:t>
            </a:r>
          </a:p>
          <a:p>
            <a:pPr marL="228600" lvl="1" indent="0" algn="just" fontAlgn="t">
              <a:spcBef>
                <a:spcPts val="0"/>
              </a:spcBef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228600" lvl="1" indent="0" algn="just" fontAlgn="t">
              <a:spcBef>
                <a:spcPts val="0"/>
              </a:spcBef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228600" lvl="1" indent="0" algn="just" fontAlgn="t">
              <a:spcBef>
                <a:spcPts val="0"/>
              </a:spcBef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228600" lvl="1" indent="0" algn="just" fontAlgn="t">
              <a:spcBef>
                <a:spcPts val="0"/>
              </a:spcBef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9042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9EA4B6-0216-4B52-B223-7DD0C8A3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b="1" u="sng" dirty="0">
                <a:solidFill>
                  <a:srgbClr val="8A0638"/>
                </a:solidFill>
                <a:latin typeface="Calibri" panose="020F0502020204030204"/>
              </a:rPr>
              <a:t>Camboja</a:t>
            </a:r>
            <a:r>
              <a:rPr lang="pt-BR" sz="4000" b="1" dirty="0">
                <a:solidFill>
                  <a:srgbClr val="8A0638"/>
                </a:solidFill>
                <a:latin typeface="Calibri" panose="020F0502020204030204"/>
              </a:rPr>
              <a:t> </a:t>
            </a:r>
            <a:r>
              <a:rPr lang="pt-BR" sz="3000" b="1" dirty="0">
                <a:solidFill>
                  <a:srgbClr val="8A0638"/>
                </a:solidFill>
                <a:latin typeface="Calibri" panose="020F0502020204030204"/>
              </a:rPr>
              <a:t>- Apresentação</a:t>
            </a:r>
            <a:endParaRPr lang="pt-BR" sz="3000" b="1" dirty="0">
              <a:solidFill>
                <a:srgbClr val="8A0638"/>
              </a:solidFill>
              <a:latin typeface="+mn-lt"/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CECF8C71-FA67-4DB8-9981-253392672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85184"/>
          </a:xfrm>
        </p:spPr>
        <p:txBody>
          <a:bodyPr>
            <a:normAutofit/>
          </a:bodyPr>
          <a:lstStyle/>
          <a:p>
            <a:pPr marL="0" algn="just" fontAlgn="t">
              <a:spcBef>
                <a:spcPts val="0"/>
              </a:spcBef>
              <a:buNone/>
            </a:pPr>
            <a:r>
              <a:rPr lang="pt-BR" sz="2400" spc="-7" dirty="0">
                <a:solidFill>
                  <a:srgbClr val="515151"/>
                </a:solidFill>
                <a:cs typeface="Calibri Light" panose="020F0302020204030204" pitchFamily="34" charset="0"/>
              </a:rPr>
              <a:t>	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Assim, a distinção entre o sagrado e o profano no Camboja é mais sutil e contextual, com ênfase na busca do crescimento espiritual e na compreensão, em vez de um julgamento estrito. O budismo é uma parte integral da vida cambojana, moldando valores morais e éticos.</a:t>
            </a:r>
          </a:p>
          <a:p>
            <a:pPr marL="0" algn="just" fontAlgn="t">
              <a:spcBef>
                <a:spcPts val="0"/>
              </a:spcBef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	A fé é vivenciada de maneira pessoal no Camboja, com as pessoas frequentemente fazendo oferendas nos templos e participando de rituais religiosos. A meditação também é uma parte importante da prática budista no país.</a:t>
            </a:r>
          </a:p>
          <a:p>
            <a:pPr marL="0" algn="just" fontAlgn="t">
              <a:spcBef>
                <a:spcPts val="0"/>
              </a:spcBef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	Embora a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fanatização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religiosa seja menos prevalente no Camboja do que em algumas outras nações, a espiritualidade é uma parte intrínseca da vida, com pessoas de todas as idades frequentemente envolvidas em atividades religiosas.</a:t>
            </a:r>
          </a:p>
          <a:p>
            <a:pPr marL="0" algn="just" fontAlgn="t">
              <a:spcBef>
                <a:spcPts val="0"/>
              </a:spcBef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	Os pontos positivos das expressividades religiosas no Camboja incluem uma sociedade que valoriza a compaixão e a harmonia. No entanto, a dependência excessiva de doações para templos e práticas religiosas pode às vezes criar desafios financeiros para as comunidades locais. Além disso, a comercialização excessiva do turismo religioso pode afetar a autenticidade das práticas religiosas e a preservação dos locais sagrados. </a:t>
            </a:r>
          </a:p>
          <a:p>
            <a:pPr marL="228600" lvl="1" indent="0" algn="just" fontAlgn="t">
              <a:spcBef>
                <a:spcPts val="0"/>
              </a:spcBef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228600" lvl="1" indent="0" algn="just" fontAlgn="t">
              <a:spcBef>
                <a:spcPts val="0"/>
              </a:spcBef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228600" lvl="1" indent="0" algn="just" fontAlgn="t">
              <a:spcBef>
                <a:spcPts val="0"/>
              </a:spcBef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228600" lvl="1" indent="0" algn="just" fontAlgn="t">
              <a:spcBef>
                <a:spcPts val="0"/>
              </a:spcBef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228600" lvl="1" indent="0" algn="just" fontAlgn="t">
              <a:spcBef>
                <a:spcPts val="0"/>
              </a:spcBef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691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ED8BC-0A32-4236-9DD5-99849EED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b="1" u="sng" dirty="0">
                <a:solidFill>
                  <a:srgbClr val="8A0638"/>
                </a:solidFill>
                <a:latin typeface="Calibri" panose="020F0502020204030204"/>
              </a:rPr>
              <a:t>Camboja</a:t>
            </a:r>
            <a:r>
              <a:rPr lang="pt-BR" sz="3400" b="1" dirty="0">
                <a:solidFill>
                  <a:srgbClr val="8A0638"/>
                </a:solidFill>
                <a:latin typeface="Calibri" panose="020F0502020204030204"/>
              </a:rPr>
              <a:t> - </a:t>
            </a:r>
            <a:r>
              <a:rPr lang="pt-BR" sz="3000" b="1" dirty="0">
                <a:solidFill>
                  <a:srgbClr val="8A0638"/>
                </a:solidFill>
                <a:latin typeface="+mn-lt"/>
              </a:rPr>
              <a:t>Roteiro de viagem</a:t>
            </a:r>
            <a:endParaRPr lang="pt-BR" sz="3400" b="1" dirty="0">
              <a:solidFill>
                <a:srgbClr val="8A0638"/>
              </a:solidFill>
              <a:latin typeface="+mn-l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0F30BF-7698-4310-981E-70DA3D77D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69727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Angkor Wat (Região de Angkor, próximo a Siem 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Reap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):</a:t>
            </a:r>
          </a:p>
          <a:p>
            <a:pPr marL="0" indent="0" algn="just"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Este é um dos templos mais icônicos do mundo e é um dos maiores complexos religiosos já construídos. Angkor Wat é um local sagrado para os cambojanos, conhecido por sua arquitetura grandiosa e relevância religiosa. É um lugar ideal para explorar as raízes espirituais do Camboja.</a:t>
            </a:r>
            <a:endParaRPr lang="pt-BR" sz="2000" b="1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 algn="just">
              <a:buNone/>
            </a:pPr>
            <a:endParaRPr lang="pt-BR" sz="2000" b="1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 algn="just">
              <a:buNone/>
            </a:pPr>
            <a:endParaRPr lang="pt-BR" sz="2000" b="1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 algn="just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Templo de Bayon (Região de Angkor, próximo a Siem 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Reap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): </a:t>
            </a:r>
          </a:p>
          <a:p>
            <a:pPr marL="0" indent="0" algn="just"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Esse Templo é famoso por suas numerosas torres esculpidas com rostos sorridentes. É um local que oferece uma visão única da espiritualidade cambojana e da simbologia budista.</a:t>
            </a:r>
          </a:p>
          <a:p>
            <a:pPr marL="0" indent="0" algn="just">
              <a:buNone/>
            </a:pPr>
            <a:endParaRPr lang="pt-BR" sz="2000" b="1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 algn="just">
              <a:buNone/>
            </a:pPr>
            <a:endParaRPr lang="pt-BR" sz="2000" b="1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9654429-41D5-4B1E-B411-C9E58D9CF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234" y="1690688"/>
            <a:ext cx="3173269" cy="210229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B3FB5E4-E787-4B04-9312-9D4A88A35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233" y="4060785"/>
            <a:ext cx="3173269" cy="211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90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ED8BC-0A32-4236-9DD5-99849EED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b="1" u="sng" dirty="0">
                <a:solidFill>
                  <a:srgbClr val="8A0638"/>
                </a:solidFill>
                <a:latin typeface="Calibri" panose="020F0502020204030204"/>
              </a:rPr>
              <a:t>Camboja</a:t>
            </a:r>
            <a:r>
              <a:rPr lang="pt-BR" sz="3400" b="1" dirty="0">
                <a:solidFill>
                  <a:srgbClr val="8A0638"/>
                </a:solidFill>
                <a:latin typeface="Calibri" panose="020F0502020204030204"/>
              </a:rPr>
              <a:t> - </a:t>
            </a:r>
            <a:r>
              <a:rPr lang="pt-BR" sz="3000" b="1" dirty="0">
                <a:solidFill>
                  <a:srgbClr val="8A0638"/>
                </a:solidFill>
                <a:latin typeface="+mn-lt"/>
              </a:rPr>
              <a:t>Roteiro de viagem</a:t>
            </a:r>
            <a:endParaRPr lang="pt-BR" sz="3400" b="1" dirty="0">
              <a:solidFill>
                <a:srgbClr val="8A0638"/>
              </a:solidFill>
              <a:latin typeface="+mn-l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0F30BF-7698-4310-981E-70DA3D77D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69727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Templo de 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Ta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 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Prohm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 (Região de Angkor, próximo a Siem 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Reap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): </a:t>
            </a:r>
          </a:p>
          <a:p>
            <a:pPr marL="0" indent="0" algn="just">
              <a:buNone/>
            </a:pP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Ta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Prohm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é o nome moderno de um dos templos de Angkor. É conhecido por suas impressionantes raízes de árvores que crescem sobre as estruturas, criando uma atmosfera mística.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Ta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Prohm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é um exemplo notável da interação entre a natureza e a espiritualidade budista.</a:t>
            </a:r>
            <a:endParaRPr lang="pt-BR" sz="2000" b="1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 algn="just">
              <a:buNone/>
            </a:pPr>
            <a:endParaRPr lang="pt-BR" sz="2000" b="1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 algn="just">
              <a:buNone/>
            </a:pPr>
            <a:endParaRPr lang="pt-BR" sz="2000" b="1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 algn="just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Monte 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Oudong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 (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Oudong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): </a:t>
            </a:r>
          </a:p>
          <a:p>
            <a:pPr marL="0" indent="0" algn="just"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Ele abriga uma série de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estupas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, templos e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viharas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. As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estupas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incluem relíquias sagradas de Buda, tornando o Monte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Oudong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um local de peregrinação significativo para os budistas. </a:t>
            </a:r>
            <a:endParaRPr lang="pt-BR" sz="2000" b="1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 algn="just">
              <a:buNone/>
            </a:pPr>
            <a:endParaRPr lang="pt-BR" sz="2000" b="1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</p:txBody>
      </p:sp>
      <p:pic>
        <p:nvPicPr>
          <p:cNvPr id="12290" name="Picture 2" descr="Ta Prohm - Unique Places Around the World - WorldAtlas">
            <a:extLst>
              <a:ext uri="{FF2B5EF4-FFF2-40B4-BE49-F238E27FC236}">
                <a16:creationId xmlns:a16="http://schemas.microsoft.com/office/drawing/2014/main" id="{9CA42002-1F8D-49AB-B128-7A82C44A4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531" y="1690688"/>
            <a:ext cx="3173269" cy="211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 descr="Oudong Temple - Cambodia Begins at 40">
            <a:extLst>
              <a:ext uri="{FF2B5EF4-FFF2-40B4-BE49-F238E27FC236}">
                <a16:creationId xmlns:a16="http://schemas.microsoft.com/office/drawing/2014/main" id="{A519404B-F8AF-42E5-8281-0C42A6767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531" y="4061451"/>
            <a:ext cx="3173269" cy="211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984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ED8BC-0A32-4236-9DD5-99849EED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b="1" u="sng" dirty="0">
                <a:solidFill>
                  <a:srgbClr val="8A0638"/>
                </a:solidFill>
                <a:latin typeface="Calibri" panose="020F0502020204030204"/>
              </a:rPr>
              <a:t>Camboja</a:t>
            </a:r>
            <a:r>
              <a:rPr lang="pt-BR" sz="3400" b="1" dirty="0">
                <a:solidFill>
                  <a:srgbClr val="8A0638"/>
                </a:solidFill>
                <a:latin typeface="Calibri" panose="020F0502020204030204"/>
              </a:rPr>
              <a:t> - </a:t>
            </a:r>
            <a:r>
              <a:rPr lang="pt-BR" sz="3000" b="1" dirty="0">
                <a:solidFill>
                  <a:srgbClr val="8A0638"/>
                </a:solidFill>
                <a:latin typeface="+mn-lt"/>
              </a:rPr>
              <a:t>Roteiro de viagem</a:t>
            </a:r>
            <a:endParaRPr lang="pt-BR" sz="3400" b="1" dirty="0">
              <a:solidFill>
                <a:srgbClr val="8A0638"/>
              </a:solidFill>
              <a:latin typeface="+mn-l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0F30BF-7698-4310-981E-70DA3D77D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169727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Wat Phnom (Phnom Penh): </a:t>
            </a:r>
          </a:p>
          <a:p>
            <a:pPr marL="0" indent="0" algn="just"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Wat Phnom é o templo mais alto da cidade de Phnom Penh, capital do Camboja. É um local de culto e meditação para os budistas locais. Considerado um destino de peregrinação para os budistas cambojanos que vêm prestar homenagem, oferendas, e buscar bênçãos espirituais.</a:t>
            </a:r>
          </a:p>
          <a:p>
            <a:pPr marL="0" indent="0" algn="just">
              <a:buNone/>
            </a:pPr>
            <a:endParaRPr lang="pt-BR" sz="2000" b="1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 algn="just">
              <a:buNone/>
            </a:pPr>
            <a:endParaRPr lang="pt-BR" sz="2000" b="1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 algn="just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Museu Nacional do Camboja (Phnom Penh): </a:t>
            </a:r>
          </a:p>
          <a:p>
            <a:pPr marL="0" indent="0" algn="just">
              <a:buNone/>
            </a:pP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Embora não seja um local religioso em si, esse Museu abriga uma coleção impressionante de artefatos budistas, esculturas e arte que fornecem uma visão mais profunda da influência do budismo na cultura cambojana.</a:t>
            </a:r>
          </a:p>
        </p:txBody>
      </p:sp>
      <p:pic>
        <p:nvPicPr>
          <p:cNvPr id="19458" name="Picture 2" descr="Visit the Buddhist temple of Wat Phnom | Timbuktu Travel">
            <a:extLst>
              <a:ext uri="{FF2B5EF4-FFF2-40B4-BE49-F238E27FC236}">
                <a16:creationId xmlns:a16="http://schemas.microsoft.com/office/drawing/2014/main" id="{637139C1-7CAC-4DF4-87C3-8B212E211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530" y="1690689"/>
            <a:ext cx="3173269" cy="2116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Foto de O Museu Nacional Do Camboja Sala Rachana Phnom Penh Cambo e mais  fotos de stock de Museu - iStock">
            <a:extLst>
              <a:ext uri="{FF2B5EF4-FFF2-40B4-BE49-F238E27FC236}">
                <a16:creationId xmlns:a16="http://schemas.microsoft.com/office/drawing/2014/main" id="{282E2FAA-5315-4C56-97C3-ECDA765EE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529" y="4154781"/>
            <a:ext cx="3173269" cy="202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610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89EDA-3BB6-46CD-90B9-300221C8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600" b="1" dirty="0">
                <a:solidFill>
                  <a:srgbClr val="8A0638"/>
                </a:solidFill>
                <a:latin typeface="+mn-lt"/>
              </a:rPr>
              <a:t>Espiritualidade</a:t>
            </a:r>
            <a:endParaRPr lang="pt-BR" sz="3000" b="1" dirty="0">
              <a:solidFill>
                <a:srgbClr val="8A0638"/>
              </a:solidFill>
              <a:latin typeface="+mn-lt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418F00-E20C-4B7C-B779-D948C962A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35"/>
            <a:ext cx="10515600" cy="5581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Budismo </a:t>
            </a:r>
            <a:r>
              <a:rPr lang="pt-BR" sz="2000" b="1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Theravada</a:t>
            </a: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 - 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Ambos os países são fortemente influenciados pelo budismo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Theravada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, que é a forma predominante de budismo em suas culturas. Essa tradição enfatiza os ensinamentos originais de Buda e a busca da iluminação individual.</a:t>
            </a:r>
          </a:p>
          <a:p>
            <a:pPr marL="0" indent="0"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Templos e Práticas Religiosas - 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Tanto na Tailândia quanto no Camboja, os templos budistas desempenham um papel central na vida espiritual das pessoas. As práticas religiosas, como a meditação, oração e oferendas, são comuns em ambos os países.</a:t>
            </a:r>
          </a:p>
          <a:p>
            <a:pPr marL="0" indent="0"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Respeito por Monges - 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Os monges são altamente respeitados em ambas as culturas. Eles desempenham um papel crucial como guias espirituais e mantenedores das tradições religiosas.</a:t>
            </a:r>
          </a:p>
          <a:p>
            <a:pPr marL="0" indent="0"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Festivais Religiosos - 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Os festivais budistas são celebrados com entusiasmo em ambos os países. Festivais como </a:t>
            </a:r>
            <a:r>
              <a:rPr lang="pt-BR" sz="2000" spc="-7" dirty="0" err="1">
                <a:solidFill>
                  <a:srgbClr val="515151"/>
                </a:solidFill>
                <a:cs typeface="Calibri Light" panose="020F0302020204030204" pitchFamily="34" charset="0"/>
              </a:rPr>
              <a:t>Songkran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 na Tailândia e o Ano-Novo Khmer no Camboja refletem a importância das práticas religiosas na vida cotidiana.</a:t>
            </a:r>
          </a:p>
        </p:txBody>
      </p:sp>
    </p:spTree>
    <p:extLst>
      <p:ext uri="{BB962C8B-B14F-4D97-AF65-F5344CB8AC3E}">
        <p14:creationId xmlns:p14="http://schemas.microsoft.com/office/powerpoint/2010/main" val="1114909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89EDA-3BB6-46CD-90B9-300221C8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dirty="0">
                <a:solidFill>
                  <a:srgbClr val="8A0638"/>
                </a:solidFill>
                <a:latin typeface="+mn-lt"/>
              </a:rPr>
              <a:t>Espiritualidade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418F00-E20C-4B7C-B779-D948C962A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35"/>
            <a:ext cx="10515600" cy="4943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Ética e Moralidade - 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Tanto a Tailândia quanto o Camboja valorizam a ética e a moralidade como princípios fundamentais de suas sociedades, influenciados pelas lições do budismo. A compaixão, a generosidade e o respeito pelos outros são virtudes essenciais em ambas as culturas.</a:t>
            </a:r>
          </a:p>
          <a:p>
            <a:pPr marL="0" indent="0"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Respeito por Locais Sagrados - 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Ambos os países têm uma profunda reverência por templos e locais religiosos. Os cambojanos e tailandeses demonstram respeito ao visitar esses locais, fazendo oferendas e praticando rituais religiosos.</a:t>
            </a:r>
          </a:p>
          <a:p>
            <a:pPr marL="0" indent="0"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pt-BR" sz="2000" b="1" spc="-7" dirty="0">
                <a:solidFill>
                  <a:srgbClr val="515151"/>
                </a:solidFill>
                <a:cs typeface="Calibri Light" panose="020F0302020204030204" pitchFamily="34" charset="0"/>
              </a:rPr>
              <a:t>Espiritualidade e Cultura - </a:t>
            </a:r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</a:rPr>
              <a:t>A espiritualidade não é apenas uma crença religiosa, mas também está entrelaçada na cultura, na arquitetura e nas tradições desses países. O budismo é uma parte integral da identidade nacional.</a:t>
            </a:r>
          </a:p>
        </p:txBody>
      </p:sp>
    </p:spTree>
    <p:extLst>
      <p:ext uri="{BB962C8B-B14F-4D97-AF65-F5344CB8AC3E}">
        <p14:creationId xmlns:p14="http://schemas.microsoft.com/office/powerpoint/2010/main" val="786538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89EDA-3BB6-46CD-90B9-300221C8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dirty="0">
                <a:solidFill>
                  <a:srgbClr val="8A0638"/>
                </a:solidFill>
                <a:latin typeface="+mn-lt"/>
              </a:rPr>
              <a:t>Referências – </a:t>
            </a:r>
            <a:r>
              <a:rPr lang="pt-BR" sz="2800" b="1" dirty="0">
                <a:solidFill>
                  <a:srgbClr val="8A0638"/>
                </a:solidFill>
                <a:latin typeface="+mn-lt"/>
              </a:rPr>
              <a:t>Sites consultados: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418F00-E20C-4B7C-B779-D948C962A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34"/>
            <a:ext cx="10515600" cy="4733077"/>
          </a:xfrm>
        </p:spPr>
        <p:txBody>
          <a:bodyPr>
            <a:normAutofit/>
          </a:bodyPr>
          <a:lstStyle/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2"/>
              </a:rPr>
              <a:t>https://www.calcathai.com/blogs/calcathai/57181571-budismo-a-principal-religiao-na-tailandia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3"/>
              </a:rPr>
              <a:t>https://www.budismo.org.pt/o-que-e-o-budismo-theravada/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4"/>
              </a:rPr>
              <a:t>https://www.scientologyreligion.pt/religious-expertises/religious-toleration/theravada-buddhism.html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5"/>
              </a:rPr>
              <a:t>https://ativaturismo.com.br/5-templos-na-tailandia/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6"/>
              </a:rPr>
              <a:t>https://www.viajenaviagem.com/tailandia-dicas-ayutthaya-bangkok-chiang-mai/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7"/>
              </a:rPr>
              <a:t>https://welcometrips.com.br/viagem/tailandia-cultura-e-budismo/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8"/>
              </a:rPr>
              <a:t>https://www.tripadvisor.com.br/Attractions-g293915-Activities-c47-t10-Thailand.html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9"/>
              </a:rPr>
              <a:t>https://www.terramundi.com.br/blog/tailandia-budista-e-historica-essencia-da-terra-dos-sorrisos/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10"/>
              </a:rPr>
              <a:t>https://www.terramundi.com.br/blog/saiba-mais-sobre-cultura-da-tailandia/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11"/>
              </a:rPr>
              <a:t>https://www.martureo.com.br/budismo-popular-tailandes/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581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89EDA-3BB6-46CD-90B9-300221C8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b="1" dirty="0">
                <a:solidFill>
                  <a:srgbClr val="8A0638"/>
                </a:solidFill>
                <a:latin typeface="+mn-lt"/>
              </a:rPr>
              <a:t>Referências – </a:t>
            </a:r>
            <a:r>
              <a:rPr lang="pt-BR" sz="2800" b="1" dirty="0">
                <a:solidFill>
                  <a:srgbClr val="8A0638"/>
                </a:solidFill>
                <a:latin typeface="+mn-lt"/>
              </a:rPr>
              <a:t>Sites consultados: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418F00-E20C-4B7C-B779-D948C962A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34"/>
            <a:ext cx="10515600" cy="4733077"/>
          </a:xfrm>
        </p:spPr>
        <p:txBody>
          <a:bodyPr>
            <a:normAutofit/>
          </a:bodyPr>
          <a:lstStyle/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2"/>
              </a:rPr>
              <a:t>https://revistaunquiet.com.br/cultura/templos-de-angkor-e-o-reino-khmer/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3"/>
              </a:rPr>
              <a:t>https://br.freepik.com/fotos/templos-budistas-camboja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4"/>
              </a:rPr>
              <a:t>https://viagemeturismo.abril.com.br/materias/os-10-templos-mais-incriveis-de-angkor-camboja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5"/>
              </a:rPr>
              <a:t>http://blog.raidho.com.br/2018/05/camboja-historia-e-cultura-religiosa-impressionantes/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6"/>
              </a:rPr>
              <a:t>https://brasilescola.uol.com.br/geografia/camboja.htm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7"/>
              </a:rPr>
              <a:t>https://www.cnnbrasil.com.br/viagemegastronomia/viagem/angkor-wat-umas-das-maravilhas-do-mundo-no-camboja/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r>
              <a:rPr lang="pt-BR" sz="2000" spc="-7" dirty="0">
                <a:solidFill>
                  <a:srgbClr val="515151"/>
                </a:solidFill>
                <a:cs typeface="Calibri Light" panose="020F0302020204030204" pitchFamily="34" charset="0"/>
                <a:hlinkClick r:id="rId8"/>
              </a:rPr>
              <a:t>https://www.cnnbrasil.com.br/viagemegastronomia/viagem/ja-pensou-em-conhecer-o-camboja/</a:t>
            </a: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pt-BR" sz="2000" spc="-7" dirty="0">
              <a:solidFill>
                <a:srgbClr val="51515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6578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</TotalTime>
  <Words>1240</Words>
  <Application>Microsoft Office PowerPoint</Application>
  <PresentationFormat>Widescreen</PresentationFormat>
  <Paragraphs>111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do Office</vt:lpstr>
      <vt:lpstr>Concurso Cultural</vt:lpstr>
      <vt:lpstr>Quais países foram escolhidos?</vt:lpstr>
      <vt:lpstr>Tailândia - Apresentação</vt:lpstr>
      <vt:lpstr>Tailândia - Apresentação</vt:lpstr>
      <vt:lpstr>Tailândia - Roteiro de viagem</vt:lpstr>
      <vt:lpstr>Tailândia - Roteiro de viagem</vt:lpstr>
      <vt:lpstr>Tailândia - Roteiro de viagem</vt:lpstr>
      <vt:lpstr>Camboja - Apresentação</vt:lpstr>
      <vt:lpstr>Camboja - Apresentação</vt:lpstr>
      <vt:lpstr>Camboja - Roteiro de viagem</vt:lpstr>
      <vt:lpstr>Camboja - Roteiro de viagem</vt:lpstr>
      <vt:lpstr>Camboja - Roteiro de viagem</vt:lpstr>
      <vt:lpstr>Espiritualidade</vt:lpstr>
      <vt:lpstr>Espiritualidade </vt:lpstr>
      <vt:lpstr>Referências – Sites consultados: </vt:lpstr>
      <vt:lpstr>Referências – Sites consultados: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Concurso Cultural</dc:title>
  <dc:creator>Sirlene Donaiski Motin</dc:creator>
  <cp:lastModifiedBy>Vanessa</cp:lastModifiedBy>
  <cp:revision>44</cp:revision>
  <dcterms:created xsi:type="dcterms:W3CDTF">2021-06-11T14:11:57Z</dcterms:created>
  <dcterms:modified xsi:type="dcterms:W3CDTF">2023-10-25T00:05:28Z</dcterms:modified>
</cp:coreProperties>
</file>