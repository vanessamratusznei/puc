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  <p:sldId id="257" r:id="rId5"/>
    <p:sldId id="262" r:id="rId6"/>
    <p:sldId id="265" r:id="rId7"/>
    <p:sldId id="260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B328A-8AC2-47AB-A0D0-2DB67BC2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A5B8F0-18E0-4CB7-B7C4-AE476C330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AE338-8103-42C9-833C-3A5CF985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518C8-7BC0-4A65-9458-B37CC956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F3B0E-2599-41E7-9EDC-699E40C6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11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A661F-1F40-4357-9444-D807B961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484B2-2F5F-4386-90AC-11E2AFFF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920620-2EA8-4365-92A9-F9F931D0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DB029C-0A06-40A6-837B-9BDFCEDF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B112C2-DEDB-441B-AF27-CE5999D6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47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86E82-1F57-44BC-A818-AC867EFB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C6D59-8AAA-4849-950F-FF53A781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A522BE-CC80-4D2A-9F20-347D73FD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EB0F30-4C3D-4BCF-80FF-E788C3EB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C4B276-837C-4DD9-9959-48C1E322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63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63551-D46D-47F0-BCEE-9D091A2C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4C9F75-85A3-4F30-B97D-2E6E703E3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2D3DC0-386B-4906-B068-DDE52A3C3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5DB6B7-D2B8-4629-9C6B-5805F657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45C400-5B58-4DA1-88EA-477561FF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7E678C-22A2-4BCF-B438-CF1F24AA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40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F65C1-909B-43B1-B85C-58291026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A059C0-7C0D-4093-A4D2-E5AAA2DC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520C5-11B7-4EBD-8BA1-2419EECFA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14CF20-6CA7-432A-9B52-A7BF331F8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5D0942-0C99-4AA0-832A-C16A3925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D6DE1F-81CF-4EE7-AF3B-310E2C86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72EFFA-0516-4964-BF39-CB71E963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364CD8-9AF3-4BD9-AA78-F2173FC8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92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0941B-BC9B-4355-9C49-5E1CE6BB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C3B2A1-5594-4DFB-93EC-88FF022B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4D92B7-C340-4A1D-8DFA-3F0C2B9E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4C606E-0BE6-468D-97D2-6EA77DDD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144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7A2C1A-CD72-4D0B-B601-0636D7D3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CFD068-F65D-461B-8A85-53A1455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54B37C-44F7-4ACE-BC5B-842A1A71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38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3F089-1160-4451-99B7-EC5CC0B8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356E8-E0ED-4E8A-BEA4-CD0C6FE3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1F2D5-24D7-43A6-AE71-624C1DBB8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BA766D-946E-48CE-AF1C-70B27D14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0D39FD-AE59-4CDC-B985-2B6B077B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5E75B6-B3D2-44C4-8A3E-A878E391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46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E30B2-B2CB-4C6F-B29B-7CE2B2B0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1665BD-C8E5-40A8-A6EC-462378C83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D901B7-610A-4005-A4F1-DB3D2541C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E78A85-D973-46A1-879D-2CA1CF75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0CAEC-6753-4A42-A362-B048B408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8C5444-0A5C-4CBE-9925-4750D02F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08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C5C23-C3AC-4746-82A5-51BA669D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3C7E51-DFCA-4FBB-8BCC-5E087FFA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3868A3-E93A-4065-AA7B-02EEE087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012AB-98B3-4BAF-8229-64435D38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866A9-680C-4E03-B479-F7807460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49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A6D307-8E84-4BE7-9014-DCC676CEF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83A759-0136-443C-BFE2-4A172F755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9E4FC-D6A0-4C69-856D-F601CE55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2A7BAE-A8CB-4A72-A20F-CC3D1317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85A43-7E91-48AB-B769-9242B56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92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8BC69E8-367A-49A6-9D43-0491C143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1DE6EE-140B-4CF7-8AD1-2C0A937A8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B98AE4-3F77-4F05-841B-520DC02FA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C6028-D076-45B9-9EC5-1603D62FD801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D3C77-41B4-4B42-9971-9D861680F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11A91-6191-4E50-AB9F-152A09DBE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69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nessamratusznei/ReactJ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62EA5-1374-46A7-9D9B-2D600393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592"/>
            <a:ext cx="10515600" cy="1777042"/>
          </a:xfrm>
        </p:spPr>
        <p:txBody>
          <a:bodyPr/>
          <a:lstStyle/>
          <a:p>
            <a:pPr algn="ctr"/>
            <a:r>
              <a:rPr lang="pt-BR" sz="6600" dirty="0">
                <a:latin typeface="+mn-lt"/>
              </a:rPr>
              <a:t>PUCPR</a:t>
            </a:r>
            <a:br>
              <a:rPr lang="pt-BR" dirty="0">
                <a:latin typeface="+mn-lt"/>
              </a:rPr>
            </a:br>
            <a:r>
              <a:rPr lang="pt-BR" sz="4000" dirty="0">
                <a:latin typeface="+mn-lt"/>
              </a:rPr>
              <a:t>Análise e Desenvolvimento de sistemas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6DFB0-1657-47BB-86D8-8281A363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9909"/>
            <a:ext cx="10515600" cy="2157054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>
                <a:cs typeface="Calibri Light" panose="020F0302020204030204" pitchFamily="34" charset="0"/>
              </a:rPr>
              <a:t>Estudante: Vanessa Milani </a:t>
            </a:r>
            <a:r>
              <a:rPr lang="pt-BR" dirty="0" err="1">
                <a:cs typeface="Calibri Light" panose="020F0302020204030204" pitchFamily="34" charset="0"/>
              </a:rPr>
              <a:t>Ratusznei</a:t>
            </a:r>
            <a:endParaRPr lang="pt-BR" dirty="0">
              <a:cs typeface="Calibri Light" panose="020F0302020204030204" pitchFamily="34" charset="0"/>
            </a:endParaRPr>
          </a:p>
          <a:p>
            <a:pPr marL="0" indent="0" algn="ctr">
              <a:buNone/>
            </a:pPr>
            <a:r>
              <a:rPr lang="pt-BR" u="sng" dirty="0">
                <a:cs typeface="Calibri Light" panose="020F0302020204030204" pitchFamily="34" charset="0"/>
              </a:rPr>
              <a:t>Somativa 2</a:t>
            </a:r>
          </a:p>
        </p:txBody>
      </p:sp>
    </p:spTree>
    <p:extLst>
      <p:ext uri="{BB962C8B-B14F-4D97-AF65-F5344CB8AC3E}">
        <p14:creationId xmlns:p14="http://schemas.microsoft.com/office/powerpoint/2010/main" val="24553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62EA5-1374-46A7-9D9B-2D600393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592"/>
            <a:ext cx="10515600" cy="1777042"/>
          </a:xfrm>
        </p:spPr>
        <p:txBody>
          <a:bodyPr>
            <a:normAutofit/>
          </a:bodyPr>
          <a:lstStyle/>
          <a:p>
            <a:pPr algn="ctr"/>
            <a:r>
              <a:rPr lang="pt-BR" sz="6600" dirty="0">
                <a:latin typeface="+mn-lt"/>
              </a:rPr>
              <a:t>GitHub</a:t>
            </a:r>
            <a:br>
              <a:rPr lang="pt-BR" sz="6600" dirty="0">
                <a:latin typeface="+mn-lt"/>
              </a:rPr>
            </a:br>
            <a:r>
              <a:rPr lang="pt-BR" dirty="0">
                <a:latin typeface="+mn-lt"/>
              </a:rPr>
              <a:t>Repositório Público: </a:t>
            </a:r>
            <a:r>
              <a:rPr lang="pt-BR" dirty="0" err="1">
                <a:latin typeface="+mn-lt"/>
              </a:rPr>
              <a:t>ReactJS</a:t>
            </a:r>
            <a:endParaRPr lang="pt-BR" dirty="0"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6DFB0-1657-47BB-86D8-8281A363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509" y="4031672"/>
            <a:ext cx="10764981" cy="22167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/>
              <a:t>Criado com o objetivo de praticar e consolidar conhecimentos em </a:t>
            </a:r>
            <a:r>
              <a:rPr lang="pt-BR" sz="2600" dirty="0" err="1"/>
              <a:t>React</a:t>
            </a:r>
            <a:r>
              <a:rPr lang="pt-BR" sz="2600" dirty="0"/>
              <a:t>.</a:t>
            </a:r>
          </a:p>
          <a:p>
            <a:pPr marL="0" indent="0" algn="ctr">
              <a:buNone/>
            </a:pPr>
            <a:r>
              <a:rPr lang="pt-BR" sz="2600" dirty="0"/>
              <a:t>URL: </a:t>
            </a:r>
            <a:r>
              <a:rPr lang="pt-BR" sz="2600" dirty="0">
                <a:hlinkClick r:id="rId2"/>
              </a:rPr>
              <a:t>https://github.com/vanessamratusznei/ReactJS</a:t>
            </a:r>
            <a:r>
              <a:rPr 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1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B87F7B-BF64-4B98-BC87-96BEEA83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838" y="422694"/>
            <a:ext cx="9928323" cy="715993"/>
          </a:xfrm>
        </p:spPr>
        <p:txBody>
          <a:bodyPr>
            <a:normAutofit/>
          </a:bodyPr>
          <a:lstStyle/>
          <a:p>
            <a:pPr algn="l"/>
            <a:r>
              <a:rPr lang="pt-BR" sz="1600" b="1" dirty="0">
                <a:effectLst/>
              </a:rPr>
              <a:t>[</a:t>
            </a:r>
            <a:r>
              <a:rPr lang="pt-BR" sz="1600" b="1" dirty="0"/>
              <a:t>A</a:t>
            </a:r>
            <a:r>
              <a:rPr lang="pt-BR" sz="1600" b="1" dirty="0">
                <a:effectLst/>
              </a:rPr>
              <a:t>tividade formativa da semana 6]</a:t>
            </a:r>
            <a:r>
              <a:rPr lang="pt-BR" sz="1600" dirty="0">
                <a:effectLst/>
              </a:rPr>
              <a:t>: </a:t>
            </a:r>
            <a:r>
              <a:rPr lang="pt-BR" sz="1200" dirty="0"/>
              <a:t>Um </a:t>
            </a:r>
            <a:r>
              <a:rPr lang="pt-BR" sz="1200" i="1" dirty="0" err="1"/>
              <a:t>screenshot</a:t>
            </a:r>
            <a:r>
              <a:rPr lang="pt-BR" sz="1200" dirty="0"/>
              <a:t> (</a:t>
            </a:r>
            <a:r>
              <a:rPr lang="pt-BR" sz="1200" i="1" dirty="0"/>
              <a:t>print</a:t>
            </a:r>
            <a:r>
              <a:rPr lang="pt-BR" sz="1200" dirty="0"/>
              <a:t>) mostrando o seu arquivo de </a:t>
            </a:r>
            <a:r>
              <a:rPr lang="pt-BR" sz="1200" i="1" dirty="0"/>
              <a:t>workflow</a:t>
            </a:r>
            <a:r>
              <a:rPr lang="pt-BR" sz="1200" dirty="0"/>
              <a:t> contendo as configurações do envio de alertas.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E5B84B-5FF7-4D5F-8601-1F98FEE46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8" y="3645549"/>
            <a:ext cx="11060161" cy="3095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07724A9-1C1F-4B6A-A7AB-6FE56376F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8" y="780690"/>
            <a:ext cx="11060161" cy="365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B87F7B-BF64-4B98-BC87-96BEEA83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837" y="422694"/>
            <a:ext cx="9928323" cy="560717"/>
          </a:xfrm>
        </p:spPr>
        <p:txBody>
          <a:bodyPr>
            <a:normAutofit/>
          </a:bodyPr>
          <a:lstStyle/>
          <a:p>
            <a:pPr algn="l"/>
            <a:r>
              <a:rPr lang="pt-BR" sz="1600" b="1" dirty="0">
                <a:effectLst/>
              </a:rPr>
              <a:t>[Atividade formativa da semana 6]</a:t>
            </a:r>
            <a:r>
              <a:rPr lang="pt-BR" sz="1600" dirty="0">
                <a:effectLst/>
              </a:rPr>
              <a:t>: </a:t>
            </a:r>
            <a:r>
              <a:rPr lang="pt-BR" sz="1200" dirty="0"/>
              <a:t>Pelo menos um </a:t>
            </a:r>
            <a:r>
              <a:rPr lang="pt-BR" sz="1200" i="1" dirty="0" err="1"/>
              <a:t>screenshot</a:t>
            </a:r>
            <a:r>
              <a:rPr lang="pt-BR" sz="1200" dirty="0"/>
              <a:t> (</a:t>
            </a:r>
            <a:r>
              <a:rPr lang="pt-BR" sz="1200" i="1" dirty="0"/>
              <a:t>print</a:t>
            </a:r>
            <a:r>
              <a:rPr lang="pt-BR" sz="1200" dirty="0"/>
              <a:t>) mostrando alguns alertas que você recebeu após a configuração correta do GitHub </a:t>
            </a:r>
            <a:r>
              <a:rPr lang="pt-BR" sz="1200" dirty="0" err="1"/>
              <a:t>Actions</a:t>
            </a:r>
            <a:r>
              <a:rPr lang="pt-BR" sz="1200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91127A-88A6-48F2-9DD0-564A4D862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7" y="1060170"/>
            <a:ext cx="11467382" cy="566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6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ítulo 2">
            <a:extLst>
              <a:ext uri="{FF2B5EF4-FFF2-40B4-BE49-F238E27FC236}">
                <a16:creationId xmlns:a16="http://schemas.microsoft.com/office/drawing/2014/main" id="{3B0528A1-AF65-4781-A6F5-6763EFD8730E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46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7]</a:t>
            </a:r>
            <a:r>
              <a:rPr lang="pt-BR" sz="1600" dirty="0"/>
              <a:t>: </a:t>
            </a:r>
            <a:r>
              <a:rPr lang="pt-BR" sz="1200" i="1" dirty="0" err="1"/>
              <a:t>Screenshots</a:t>
            </a:r>
            <a:r>
              <a:rPr lang="pt-BR" sz="1200" dirty="0"/>
              <a:t> (</a:t>
            </a:r>
            <a:r>
              <a:rPr lang="pt-BR" sz="1200" i="1" dirty="0"/>
              <a:t>prints</a:t>
            </a:r>
            <a:r>
              <a:rPr lang="pt-BR" sz="1200" dirty="0"/>
              <a:t>) mostrando o código atualizado do CI.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CCD7CB-CB65-4736-BA56-0A33D5811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180" y="888521"/>
            <a:ext cx="7495635" cy="588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9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ítulo 2">
            <a:extLst>
              <a:ext uri="{FF2B5EF4-FFF2-40B4-BE49-F238E27FC236}">
                <a16:creationId xmlns:a16="http://schemas.microsoft.com/office/drawing/2014/main" id="{3B0528A1-AF65-4781-A6F5-6763EFD8730E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46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7]</a:t>
            </a:r>
            <a:r>
              <a:rPr lang="pt-BR" sz="1600" dirty="0"/>
              <a:t>: </a:t>
            </a:r>
            <a:r>
              <a:rPr lang="pt-BR" sz="1200" i="1" dirty="0" err="1"/>
              <a:t>Screenshots</a:t>
            </a:r>
            <a:r>
              <a:rPr lang="pt-BR" sz="1200" dirty="0"/>
              <a:t> (</a:t>
            </a:r>
            <a:r>
              <a:rPr lang="pt-BR" sz="1200" i="1" dirty="0"/>
              <a:t>prints</a:t>
            </a:r>
            <a:r>
              <a:rPr lang="pt-BR" sz="1200" dirty="0"/>
              <a:t>) mostrando o código com os testes unitários que escreveu.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023C09A-1ADF-47E2-99BA-4E14FFF1E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206" y="888521"/>
            <a:ext cx="7501584" cy="591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8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ítulo 2">
            <a:extLst>
              <a:ext uri="{FF2B5EF4-FFF2-40B4-BE49-F238E27FC236}">
                <a16:creationId xmlns:a16="http://schemas.microsoft.com/office/drawing/2014/main" id="{3B0528A1-AF65-4781-A6F5-6763EFD8730E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56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7]</a:t>
            </a:r>
            <a:r>
              <a:rPr lang="pt-BR" sz="1600" dirty="0"/>
              <a:t>: </a:t>
            </a:r>
            <a:r>
              <a:rPr lang="pt-BR" sz="1200" dirty="0"/>
              <a:t>Pelo menos um </a:t>
            </a:r>
            <a:r>
              <a:rPr lang="pt-BR" sz="1200" i="1" dirty="0" err="1"/>
              <a:t>screenshot</a:t>
            </a:r>
            <a:r>
              <a:rPr lang="pt-BR" sz="1200" dirty="0"/>
              <a:t> (</a:t>
            </a:r>
            <a:r>
              <a:rPr lang="pt-BR" sz="1200" i="1" dirty="0"/>
              <a:t>print</a:t>
            </a:r>
            <a:r>
              <a:rPr lang="pt-BR" sz="1200" dirty="0"/>
              <a:t>) mostrando que os testes unitários foram executados dentro de uma PR que você criou em seu repositório.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FE3E8B3-20EF-4B7B-8F2F-E125B5757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64" y="983411"/>
            <a:ext cx="11234468" cy="562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3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76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PUCPR Análise e Desenvolvimento de sistemas</vt:lpstr>
      <vt:lpstr>GitHub Repositório Público: ReactJS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Vanessa</dc:creator>
  <cp:lastModifiedBy>Vanessa</cp:lastModifiedBy>
  <cp:revision>11</cp:revision>
  <dcterms:created xsi:type="dcterms:W3CDTF">2025-04-05T15:26:59Z</dcterms:created>
  <dcterms:modified xsi:type="dcterms:W3CDTF">2025-04-28T14:51:49Z</dcterms:modified>
</cp:coreProperties>
</file>