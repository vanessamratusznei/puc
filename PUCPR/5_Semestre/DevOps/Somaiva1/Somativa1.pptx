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56" r:id="rId4"/>
    <p:sldId id="257" r:id="rId5"/>
    <p:sldId id="262" r:id="rId6"/>
    <p:sldId id="260" r:id="rId7"/>
    <p:sldId id="258" r:id="rId8"/>
    <p:sldId id="265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DB328A-8AC2-47AB-A0D0-2DB67BC2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A5B8F0-18E0-4CB7-B7C4-AE476C330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DAE338-8103-42C9-833C-3A5CF9850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6028-D076-45B9-9EC5-1603D62FD80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3518C8-7BC0-4A65-9458-B37CC9569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3F3B0E-2599-41E7-9EDC-699E40C68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011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A661F-1F40-4357-9444-D807B961A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8484B2-2F5F-4386-90AC-11E2AFFF3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920620-2EA8-4365-92A9-F9F931D06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6028-D076-45B9-9EC5-1603D62FD80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DB029C-0A06-40A6-837B-9BDFCEDF2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B112C2-DEDB-441B-AF27-CE5999D61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9477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986E82-1F57-44BC-A818-AC867EFB4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1C6D59-8AAA-4849-950F-FF53A7818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A522BE-CC80-4D2A-9F20-347D73FDB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6028-D076-45B9-9EC5-1603D62FD80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EB0F30-4C3D-4BCF-80FF-E788C3EBB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C4B276-837C-4DD9-9959-48C1E3227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1633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63551-D46D-47F0-BCEE-9D091A2C2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4C9F75-85A3-4F30-B97D-2E6E703E3E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92D3DC0-386B-4906-B068-DDE52A3C3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5DB6B7-D2B8-4629-9C6B-5805F6572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6028-D076-45B9-9EC5-1603D62FD80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45C400-5B58-4DA1-88EA-477561FF2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7E678C-22A2-4BCF-B438-CF1F24AAA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2406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8F65C1-909B-43B1-B85C-582910269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1A059C0-7C0D-4093-A4D2-E5AAA2DC3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F520C5-11B7-4EBD-8BA1-2419EECFA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F14CF20-6CA7-432A-9B52-A7BF331F82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35D0942-0C99-4AA0-832A-C16A3925B3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4D6DE1F-81CF-4EE7-AF3B-310E2C863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6028-D076-45B9-9EC5-1603D62FD80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F72EFFA-0516-4964-BF39-CB71E963F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2364CD8-9AF3-4BD9-AA78-F2173FC80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7926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0941B-BC9B-4355-9C49-5E1CE6BB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4C3B2A1-5594-4DFB-93EC-88FF022B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6028-D076-45B9-9EC5-1603D62FD80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44D92B7-C340-4A1D-8DFA-3F0C2B9EE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84C606E-0BE6-468D-97D2-6EA77DDDB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1443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B7A2C1A-CD72-4D0B-B601-0636D7D3E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6028-D076-45B9-9EC5-1603D62FD80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0CFD068-F65D-461B-8A85-53A1455B6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54B37C-44F7-4ACE-BC5B-842A1A71D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9388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3F089-1160-4451-99B7-EC5CC0B8F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5356E8-E0ED-4E8A-BEA4-CD0C6FE30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81F2D5-24D7-43A6-AE71-624C1DBB8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BA766D-946E-48CE-AF1C-70B27D14B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6028-D076-45B9-9EC5-1603D62FD80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0D39FD-AE59-4CDC-B985-2B6B077BD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5E75B6-B3D2-44C4-8A3E-A878E3919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8468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CE30B2-B2CB-4C6F-B29B-7CE2B2B0C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01665BD-C8E5-40A8-A6EC-462378C83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2D901B7-610A-4005-A4F1-DB3D2541C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E78A85-D973-46A1-879D-2CA1CF759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6028-D076-45B9-9EC5-1603D62FD80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A0CAEC-6753-4A42-A362-B048B408D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F8C5444-0A5C-4CBE-9925-4750D02FB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2087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9C5C23-C3AC-4746-82A5-51BA669D8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03C7E51-DFCA-4FBB-8BCC-5E087FFA9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3868A3-E93A-4065-AA7B-02EEE0875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6028-D076-45B9-9EC5-1603D62FD80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3012AB-98B3-4BAF-8229-64435D38C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F866A9-680C-4E03-B479-F7807460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1494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7A6D307-8E84-4BE7-9014-DCC676CEF2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283A759-0136-443C-BFE2-4A172F755E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89E4FC-D6A0-4C69-856D-F601CE558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6028-D076-45B9-9EC5-1603D62FD80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2A7BAE-A8CB-4A72-A20F-CC3D13178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B85A43-7E91-48AB-B769-9242B563E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9921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8BC69E8-367A-49A6-9D43-0491C143E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1DE6EE-140B-4CF7-8AD1-2C0A937A8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B98AE4-3F77-4F05-841B-520DC02FA5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C6028-D076-45B9-9EC5-1603D62FD801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FD3C77-41B4-4B42-9971-9D861680F2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011A91-6191-4E50-AB9F-152A09DBE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A6C053-CF91-4009-BB46-B52084802B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4699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anessamratusznei/ReactJ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62EA5-1374-46A7-9D9B-2D6003936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87592"/>
            <a:ext cx="10515600" cy="1777042"/>
          </a:xfrm>
        </p:spPr>
        <p:txBody>
          <a:bodyPr/>
          <a:lstStyle/>
          <a:p>
            <a:pPr algn="ctr"/>
            <a:r>
              <a:rPr lang="pt-BR" sz="6600" dirty="0">
                <a:latin typeface="+mn-lt"/>
              </a:rPr>
              <a:t>PUCPR</a:t>
            </a:r>
            <a:br>
              <a:rPr lang="pt-BR" dirty="0">
                <a:latin typeface="+mn-lt"/>
              </a:rPr>
            </a:br>
            <a:r>
              <a:rPr lang="pt-BR" sz="4000" dirty="0">
                <a:latin typeface="+mn-lt"/>
              </a:rPr>
              <a:t>Análise e Desenvolvimento de sistemas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A6DFB0-1657-47BB-86D8-8281A3633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19909"/>
            <a:ext cx="10515600" cy="2157054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>
                <a:cs typeface="Calibri Light" panose="020F0302020204030204" pitchFamily="34" charset="0"/>
              </a:rPr>
              <a:t>Estudante: Vanessa Milani </a:t>
            </a:r>
            <a:r>
              <a:rPr lang="pt-BR" dirty="0" err="1">
                <a:cs typeface="Calibri Light" panose="020F0302020204030204" pitchFamily="34" charset="0"/>
              </a:rPr>
              <a:t>Ratusznei</a:t>
            </a:r>
            <a:endParaRPr lang="pt-BR" dirty="0">
              <a:cs typeface="Calibri Light" panose="020F0302020204030204" pitchFamily="34" charset="0"/>
            </a:endParaRPr>
          </a:p>
          <a:p>
            <a:pPr marL="0" indent="0" algn="ctr">
              <a:buNone/>
            </a:pPr>
            <a:r>
              <a:rPr lang="pt-BR" u="sng" dirty="0">
                <a:cs typeface="Calibri Light" panose="020F0302020204030204" pitchFamily="34" charset="0"/>
              </a:rPr>
              <a:t>Somativa 1</a:t>
            </a:r>
          </a:p>
        </p:txBody>
      </p:sp>
    </p:spTree>
    <p:extLst>
      <p:ext uri="{BB962C8B-B14F-4D97-AF65-F5344CB8AC3E}">
        <p14:creationId xmlns:p14="http://schemas.microsoft.com/office/powerpoint/2010/main" val="2455318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62EA5-1374-46A7-9D9B-2D6003936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87592"/>
            <a:ext cx="10515600" cy="1777042"/>
          </a:xfrm>
        </p:spPr>
        <p:txBody>
          <a:bodyPr>
            <a:normAutofit/>
          </a:bodyPr>
          <a:lstStyle/>
          <a:p>
            <a:pPr algn="ctr"/>
            <a:r>
              <a:rPr lang="pt-BR" sz="6600" dirty="0">
                <a:latin typeface="+mn-lt"/>
              </a:rPr>
              <a:t>GitHub</a:t>
            </a:r>
            <a:br>
              <a:rPr lang="pt-BR" sz="6600" dirty="0">
                <a:latin typeface="+mn-lt"/>
              </a:rPr>
            </a:br>
            <a:r>
              <a:rPr lang="pt-BR" dirty="0">
                <a:latin typeface="+mn-lt"/>
              </a:rPr>
              <a:t>Repositório Público: </a:t>
            </a:r>
            <a:r>
              <a:rPr lang="pt-BR" dirty="0" err="1">
                <a:latin typeface="+mn-lt"/>
              </a:rPr>
              <a:t>ReactJS</a:t>
            </a:r>
            <a:endParaRPr lang="pt-BR" dirty="0">
              <a:latin typeface="+mn-lt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A6DFB0-1657-47BB-86D8-8281A3633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509" y="4031672"/>
            <a:ext cx="10764981" cy="22167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600" dirty="0"/>
              <a:t>Criado com o objetivo de praticar e consolidar conhecimentos em </a:t>
            </a:r>
            <a:r>
              <a:rPr lang="pt-BR" sz="2600" dirty="0" err="1"/>
              <a:t>React</a:t>
            </a:r>
            <a:r>
              <a:rPr lang="pt-BR" sz="2600" dirty="0"/>
              <a:t>.</a:t>
            </a:r>
          </a:p>
          <a:p>
            <a:pPr marL="0" indent="0" algn="ctr">
              <a:buNone/>
            </a:pPr>
            <a:r>
              <a:rPr lang="pt-BR" sz="2600" dirty="0"/>
              <a:t>URL: </a:t>
            </a:r>
            <a:r>
              <a:rPr lang="pt-BR" sz="2600" dirty="0">
                <a:hlinkClick r:id="rId2"/>
              </a:rPr>
              <a:t>https://github.com/vanessamratusznei/ReactJS</a:t>
            </a:r>
            <a:r>
              <a:rPr lang="pt-BR" sz="2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614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9B87F7B-BF64-4B98-BC87-96BEEA832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1838" y="422694"/>
            <a:ext cx="9928323" cy="715993"/>
          </a:xfrm>
        </p:spPr>
        <p:txBody>
          <a:bodyPr>
            <a:normAutofit/>
          </a:bodyPr>
          <a:lstStyle/>
          <a:p>
            <a:pPr algn="l"/>
            <a:r>
              <a:rPr lang="pt-BR" sz="1600" b="1" dirty="0">
                <a:effectLst/>
              </a:rPr>
              <a:t>[</a:t>
            </a:r>
            <a:r>
              <a:rPr lang="pt-BR" sz="1600" b="1" dirty="0"/>
              <a:t>A</a:t>
            </a:r>
            <a:r>
              <a:rPr lang="pt-BR" sz="1600" b="1" dirty="0">
                <a:effectLst/>
              </a:rPr>
              <a:t>tividade formativa da semana 2]</a:t>
            </a:r>
            <a:r>
              <a:rPr lang="pt-BR" sz="1600" dirty="0">
                <a:effectLst/>
              </a:rPr>
              <a:t>: Um </a:t>
            </a:r>
            <a:r>
              <a:rPr lang="pt-BR" sz="1600" i="1" dirty="0" err="1">
                <a:effectLst/>
              </a:rPr>
              <a:t>screenshot</a:t>
            </a:r>
            <a:r>
              <a:rPr lang="pt-BR" sz="1600" dirty="0">
                <a:effectLst/>
              </a:rPr>
              <a:t> (</a:t>
            </a:r>
            <a:r>
              <a:rPr lang="pt-BR" sz="1600" i="1" dirty="0">
                <a:effectLst/>
              </a:rPr>
              <a:t>print</a:t>
            </a:r>
            <a:r>
              <a:rPr lang="pt-BR" sz="1600" dirty="0">
                <a:effectLst/>
              </a:rPr>
              <a:t>) mostrando a URL do repositório e o conteúdo dele.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367C66D-1F90-4784-98F3-EDAF59842A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38" y="1138687"/>
            <a:ext cx="9928322" cy="505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11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9B87F7B-BF64-4B98-BC87-96BEEA832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1837" y="422694"/>
            <a:ext cx="9928323" cy="560717"/>
          </a:xfrm>
        </p:spPr>
        <p:txBody>
          <a:bodyPr>
            <a:normAutofit/>
          </a:bodyPr>
          <a:lstStyle/>
          <a:p>
            <a:pPr algn="l"/>
            <a:r>
              <a:rPr lang="pt-BR" sz="1600" b="1" dirty="0">
                <a:effectLst/>
              </a:rPr>
              <a:t>[Atividade formativa da semana 3]</a:t>
            </a:r>
            <a:r>
              <a:rPr lang="pt-BR" sz="1600" dirty="0">
                <a:effectLst/>
              </a:rPr>
              <a:t>: Um </a:t>
            </a:r>
            <a:r>
              <a:rPr lang="pt-BR" sz="1600" i="1" dirty="0" err="1">
                <a:effectLst/>
              </a:rPr>
              <a:t>screenshot</a:t>
            </a:r>
            <a:r>
              <a:rPr lang="pt-BR" sz="1600" dirty="0">
                <a:effectLst/>
              </a:rPr>
              <a:t> (</a:t>
            </a:r>
            <a:r>
              <a:rPr lang="pt-BR" sz="1600" i="1" dirty="0">
                <a:effectLst/>
              </a:rPr>
              <a:t>print</a:t>
            </a:r>
            <a:r>
              <a:rPr lang="pt-BR" sz="1600" dirty="0">
                <a:effectLst/>
              </a:rPr>
              <a:t>) mostrando a PR criada no repositório,  passando com sucesso pelos </a:t>
            </a:r>
            <a:r>
              <a:rPr lang="pt-BR" sz="1600" i="1" dirty="0">
                <a:effectLst/>
              </a:rPr>
              <a:t>workflows</a:t>
            </a:r>
            <a:r>
              <a:rPr lang="pt-BR" sz="1600" dirty="0">
                <a:effectLst/>
              </a:rPr>
              <a:t> de CI e CD.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D5C4881-445D-4E91-9ECF-1C31B88564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712" y="1073354"/>
            <a:ext cx="8059947" cy="408016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86DEA3E-5C59-41BF-843C-EE4B955ED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37" y="3748703"/>
            <a:ext cx="9928323" cy="280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663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A9A1B922-6E89-4F22-AD84-F23C6631E2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38" y="1208303"/>
            <a:ext cx="9928322" cy="5011439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3B0528A1-AF65-4781-A6F5-6763EFD8730E}"/>
              </a:ext>
            </a:extLst>
          </p:cNvPr>
          <p:cNvSpPr txBox="1">
            <a:spLocks/>
          </p:cNvSpPr>
          <p:nvPr/>
        </p:nvSpPr>
        <p:spPr>
          <a:xfrm>
            <a:off x="1131837" y="422694"/>
            <a:ext cx="9928323" cy="560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/>
              <a:t>[Atividade formativa da semana 3]</a:t>
            </a:r>
            <a:r>
              <a:rPr lang="pt-BR" sz="1600" dirty="0"/>
              <a:t>: Um </a:t>
            </a:r>
            <a:r>
              <a:rPr lang="pt-BR" sz="1600" i="1" dirty="0" err="1"/>
              <a:t>screenshot</a:t>
            </a:r>
            <a:r>
              <a:rPr lang="pt-BR" sz="1600" dirty="0"/>
              <a:t> (</a:t>
            </a:r>
            <a:r>
              <a:rPr lang="pt-BR" sz="1600" i="1" dirty="0"/>
              <a:t>print</a:t>
            </a:r>
            <a:r>
              <a:rPr lang="pt-BR" sz="1600" dirty="0"/>
              <a:t>) mostrando a PR criada no repositório, passando com sucesso pelos </a:t>
            </a:r>
            <a:r>
              <a:rPr lang="pt-BR" sz="1600" i="1" dirty="0"/>
              <a:t>workflows</a:t>
            </a:r>
            <a:r>
              <a:rPr lang="pt-BR" sz="1600" dirty="0"/>
              <a:t> de CI e CD.</a:t>
            </a:r>
          </a:p>
        </p:txBody>
      </p:sp>
    </p:spTree>
    <p:extLst>
      <p:ext uri="{BB962C8B-B14F-4D97-AF65-F5344CB8AC3E}">
        <p14:creationId xmlns:p14="http://schemas.microsoft.com/office/powerpoint/2010/main" val="2166393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A05EB7B-0090-4D63-9FA6-4C1DE0364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37" y="1227033"/>
            <a:ext cx="9928323" cy="4996892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3B0528A1-AF65-4781-A6F5-6763EFD8730E}"/>
              </a:ext>
            </a:extLst>
          </p:cNvPr>
          <p:cNvSpPr txBox="1">
            <a:spLocks/>
          </p:cNvSpPr>
          <p:nvPr/>
        </p:nvSpPr>
        <p:spPr>
          <a:xfrm>
            <a:off x="1131837" y="422694"/>
            <a:ext cx="9928323" cy="560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/>
              <a:t>[Atividade formativa da semana 3]</a:t>
            </a:r>
            <a:r>
              <a:rPr lang="pt-BR" sz="1600" dirty="0"/>
              <a:t>: Um </a:t>
            </a:r>
            <a:r>
              <a:rPr lang="pt-BR" sz="1600" i="1" dirty="0" err="1"/>
              <a:t>screenshot</a:t>
            </a:r>
            <a:r>
              <a:rPr lang="pt-BR" sz="1600" dirty="0"/>
              <a:t> (</a:t>
            </a:r>
            <a:r>
              <a:rPr lang="pt-BR" sz="1600" i="1" dirty="0"/>
              <a:t>print</a:t>
            </a:r>
            <a:r>
              <a:rPr lang="pt-BR" sz="1600" dirty="0"/>
              <a:t>) mostrando a PR criada no repositório, passando com sucesso pelos </a:t>
            </a:r>
            <a:r>
              <a:rPr lang="pt-BR" sz="1600" i="1" dirty="0"/>
              <a:t>workflows</a:t>
            </a:r>
            <a:r>
              <a:rPr lang="pt-BR" sz="1600" dirty="0"/>
              <a:t> de CI e CD.</a:t>
            </a:r>
          </a:p>
        </p:txBody>
      </p:sp>
    </p:spTree>
    <p:extLst>
      <p:ext uri="{BB962C8B-B14F-4D97-AF65-F5344CB8AC3E}">
        <p14:creationId xmlns:p14="http://schemas.microsoft.com/office/powerpoint/2010/main" val="79713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3A0EA613-8322-4A7A-A46D-5D05B0D7A370}"/>
              </a:ext>
            </a:extLst>
          </p:cNvPr>
          <p:cNvSpPr txBox="1">
            <a:spLocks/>
          </p:cNvSpPr>
          <p:nvPr/>
        </p:nvSpPr>
        <p:spPr>
          <a:xfrm>
            <a:off x="1131837" y="422694"/>
            <a:ext cx="9928323" cy="560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/>
              <a:t>[Atividade formativa da semana 4]</a:t>
            </a:r>
            <a:r>
              <a:rPr lang="pt-BR" sz="1600" dirty="0"/>
              <a:t>: </a:t>
            </a:r>
            <a:r>
              <a:rPr lang="pt-BR" sz="1600" dirty="0">
                <a:effectLst/>
              </a:rPr>
              <a:t>Um </a:t>
            </a:r>
            <a:r>
              <a:rPr lang="pt-BR" sz="1600" i="1" dirty="0" err="1">
                <a:effectLst/>
              </a:rPr>
              <a:t>screenshot</a:t>
            </a:r>
            <a:r>
              <a:rPr lang="pt-BR" sz="1600" dirty="0">
                <a:effectLst/>
              </a:rPr>
              <a:t> (</a:t>
            </a:r>
            <a:r>
              <a:rPr lang="pt-BR" sz="1600" i="1" dirty="0">
                <a:effectLst/>
              </a:rPr>
              <a:t>print</a:t>
            </a:r>
            <a:r>
              <a:rPr lang="pt-BR" sz="1600" dirty="0">
                <a:effectLst/>
              </a:rPr>
              <a:t>) mostrando o </a:t>
            </a:r>
            <a:r>
              <a:rPr lang="pt-BR" sz="1600" i="1" dirty="0">
                <a:effectLst/>
              </a:rPr>
              <a:t>container</a:t>
            </a:r>
            <a:r>
              <a:rPr lang="pt-BR" sz="1600" dirty="0">
                <a:effectLst/>
              </a:rPr>
              <a:t> do Docker funcionando localmente com sucesso.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8AE2BB9-D140-4A8C-B98D-09EACF3672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37" y="1263209"/>
            <a:ext cx="9928324" cy="528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414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3A0EA613-8322-4A7A-A46D-5D05B0D7A370}"/>
              </a:ext>
            </a:extLst>
          </p:cNvPr>
          <p:cNvSpPr txBox="1">
            <a:spLocks/>
          </p:cNvSpPr>
          <p:nvPr/>
        </p:nvSpPr>
        <p:spPr>
          <a:xfrm>
            <a:off x="1131837" y="422694"/>
            <a:ext cx="9928323" cy="560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/>
              <a:t>[Atividade formativa da semana 4]</a:t>
            </a:r>
            <a:r>
              <a:rPr lang="pt-BR" sz="1600" dirty="0"/>
              <a:t>: </a:t>
            </a:r>
            <a:r>
              <a:rPr lang="pt-BR" sz="1600" dirty="0">
                <a:effectLst/>
              </a:rPr>
              <a:t>Um </a:t>
            </a:r>
            <a:r>
              <a:rPr lang="pt-BR" sz="1600" i="1" dirty="0" err="1">
                <a:effectLst/>
              </a:rPr>
              <a:t>screenshot</a:t>
            </a:r>
            <a:r>
              <a:rPr lang="pt-BR" sz="1600" dirty="0">
                <a:effectLst/>
              </a:rPr>
              <a:t> (</a:t>
            </a:r>
            <a:r>
              <a:rPr lang="pt-BR" sz="1600" i="1" dirty="0">
                <a:effectLst/>
              </a:rPr>
              <a:t>print</a:t>
            </a:r>
            <a:r>
              <a:rPr lang="pt-BR" sz="1600" dirty="0">
                <a:effectLst/>
              </a:rPr>
              <a:t>) mostrando </a:t>
            </a:r>
            <a:r>
              <a:rPr lang="pt-BR" sz="1600" dirty="0"/>
              <a:t>o repositório e o conteúdo dele ao final das atividades.</a:t>
            </a:r>
            <a:endParaRPr lang="pt-BR" sz="1600" dirty="0">
              <a:effectLst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99FA089-D203-486F-945F-94BDF23756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36" y="1306686"/>
            <a:ext cx="9928323" cy="503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945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80</Words>
  <Application>Microsoft Office PowerPoint</Application>
  <PresentationFormat>Widescreen</PresentationFormat>
  <Paragraphs>12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do Office</vt:lpstr>
      <vt:lpstr>PUCPR Análise e Desenvolvimento de sistemas</vt:lpstr>
      <vt:lpstr>GitHub Repositório Público: ReactJS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Vanessa</dc:creator>
  <cp:lastModifiedBy>Vanessa</cp:lastModifiedBy>
  <cp:revision>8</cp:revision>
  <dcterms:created xsi:type="dcterms:W3CDTF">2025-04-05T15:26:59Z</dcterms:created>
  <dcterms:modified xsi:type="dcterms:W3CDTF">2025-04-07T14:49:35Z</dcterms:modified>
</cp:coreProperties>
</file>