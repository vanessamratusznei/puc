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3" r:id="rId6"/>
    <p:sldId id="270" r:id="rId7"/>
    <p:sldId id="314" r:id="rId8"/>
    <p:sldId id="325" r:id="rId9"/>
    <p:sldId id="315" r:id="rId10"/>
    <p:sldId id="316" r:id="rId11"/>
    <p:sldId id="317" r:id="rId12"/>
    <p:sldId id="319" r:id="rId13"/>
    <p:sldId id="318" r:id="rId14"/>
    <p:sldId id="321" r:id="rId15"/>
    <p:sldId id="322" r:id="rId16"/>
    <p:sldId id="323" r:id="rId17"/>
    <p:sldId id="324" r:id="rId18"/>
    <p:sldId id="326" r:id="rId19"/>
  </p:sldIdLst>
  <p:sldSz cx="12192000" cy="6858000"/>
  <p:notesSz cx="6858000" cy="9144000"/>
  <p:embeddedFontLst>
    <p:embeddedFont>
      <p:font typeface="Roboto" panose="020B0604020202020204" charset="0"/>
      <p:regular r:id="rId21"/>
      <p:bold r:id="rId22"/>
      <p:italic r:id="rId23"/>
      <p:boldItalic r:id="rId24"/>
    </p:embeddedFont>
    <p:embeddedFont>
      <p:font typeface="Oswald" panose="020B0604020202020204" charset="0"/>
      <p:regular r:id="rId25"/>
      <p:bold r:id="rId26"/>
    </p:embeddedFont>
    <p:embeddedFont>
      <p:font typeface="Average" panose="020B0604020202020204"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iw1WlwSkOQ4eDEi3xVuY2yPhKR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70" Type="http://customschemas.google.com/relationships/presentationmetadata" Target="metadata"/><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8" Type="http://schemas.openxmlformats.org/officeDocument/2006/relationships/slide" Target="slides/slide7.xml"/><Relationship Id="rId7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ff40872408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ff40872408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4484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4686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7124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3187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73710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8444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7175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ff255b12e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ff255b12e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291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ff40872408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ff40872408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9958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ff40872408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ff40872408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2790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ff40872408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ff40872408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8045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ff40872408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ff40872408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2372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g1ff40872408_0_953"/>
          <p:cNvGrpSpPr/>
          <p:nvPr/>
        </p:nvGrpSpPr>
        <p:grpSpPr>
          <a:xfrm>
            <a:off x="5800234" y="3807170"/>
            <a:ext cx="591423" cy="140843"/>
            <a:chOff x="4137525" y="2915950"/>
            <a:chExt cx="869100" cy="207000"/>
          </a:xfrm>
        </p:grpSpPr>
        <p:sp>
          <p:nvSpPr>
            <p:cNvPr id="11" name="Google Shape;11;g1ff40872408_0_953"/>
            <p:cNvSpPr/>
            <p:nvPr/>
          </p:nvSpPr>
          <p:spPr>
            <a:xfrm>
              <a:off x="446857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 name="Google Shape;12;g1ff40872408_0_953"/>
            <p:cNvSpPr/>
            <p:nvPr/>
          </p:nvSpPr>
          <p:spPr>
            <a:xfrm>
              <a:off x="47996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3" name="Google Shape;13;g1ff40872408_0_953"/>
            <p:cNvSpPr/>
            <p:nvPr/>
          </p:nvSpPr>
          <p:spPr>
            <a:xfrm>
              <a:off x="41375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4" name="Google Shape;14;g1ff40872408_0_953"/>
          <p:cNvSpPr txBox="1">
            <a:spLocks noGrp="1"/>
          </p:cNvSpPr>
          <p:nvPr>
            <p:ph type="ctrTitle"/>
          </p:nvPr>
        </p:nvSpPr>
        <p:spPr>
          <a:xfrm>
            <a:off x="895010" y="1321067"/>
            <a:ext cx="10401900" cy="2306700"/>
          </a:xfrm>
          <a:prstGeom prst="rect">
            <a:avLst/>
          </a:prstGeom>
        </p:spPr>
        <p:txBody>
          <a:bodyPr spcFirstLastPara="1" wrap="square" lIns="121900" tIns="121900" rIns="121900" bIns="121900" anchor="b" anchorCtr="0">
            <a:normAutofit/>
          </a:bodyPr>
          <a:lstStyle>
            <a:lvl1pPr lvl="0" algn="ctr" rtl="0">
              <a:spcBef>
                <a:spcPts val="0"/>
              </a:spcBef>
              <a:spcAft>
                <a:spcPts val="0"/>
              </a:spcAft>
              <a:buSzPts val="6400"/>
              <a:buNone/>
              <a:defRPr sz="6400"/>
            </a:lvl1pPr>
            <a:lvl2pPr lvl="1" algn="ctr" rtl="0">
              <a:spcBef>
                <a:spcPts val="0"/>
              </a:spcBef>
              <a:spcAft>
                <a:spcPts val="0"/>
              </a:spcAft>
              <a:buSzPts val="6400"/>
              <a:buNone/>
              <a:defRPr sz="6400"/>
            </a:lvl2pPr>
            <a:lvl3pPr lvl="2" algn="ctr" rtl="0">
              <a:spcBef>
                <a:spcPts val="0"/>
              </a:spcBef>
              <a:spcAft>
                <a:spcPts val="0"/>
              </a:spcAft>
              <a:buSzPts val="6400"/>
              <a:buNone/>
              <a:defRPr sz="6400"/>
            </a:lvl3pPr>
            <a:lvl4pPr lvl="3" algn="ctr" rtl="0">
              <a:spcBef>
                <a:spcPts val="0"/>
              </a:spcBef>
              <a:spcAft>
                <a:spcPts val="0"/>
              </a:spcAft>
              <a:buSzPts val="6400"/>
              <a:buNone/>
              <a:defRPr sz="6400"/>
            </a:lvl4pPr>
            <a:lvl5pPr lvl="4" algn="ctr" rtl="0">
              <a:spcBef>
                <a:spcPts val="0"/>
              </a:spcBef>
              <a:spcAft>
                <a:spcPts val="0"/>
              </a:spcAft>
              <a:buSzPts val="6400"/>
              <a:buNone/>
              <a:defRPr sz="6400"/>
            </a:lvl5pPr>
            <a:lvl6pPr lvl="5" algn="ctr" rtl="0">
              <a:spcBef>
                <a:spcPts val="0"/>
              </a:spcBef>
              <a:spcAft>
                <a:spcPts val="0"/>
              </a:spcAft>
              <a:buSzPts val="6400"/>
              <a:buNone/>
              <a:defRPr sz="6400"/>
            </a:lvl6pPr>
            <a:lvl7pPr lvl="6" algn="ctr" rtl="0">
              <a:spcBef>
                <a:spcPts val="0"/>
              </a:spcBef>
              <a:spcAft>
                <a:spcPts val="0"/>
              </a:spcAft>
              <a:buSzPts val="6400"/>
              <a:buNone/>
              <a:defRPr sz="6400"/>
            </a:lvl7pPr>
            <a:lvl8pPr lvl="7" algn="ctr" rtl="0">
              <a:spcBef>
                <a:spcPts val="0"/>
              </a:spcBef>
              <a:spcAft>
                <a:spcPts val="0"/>
              </a:spcAft>
              <a:buSzPts val="6400"/>
              <a:buNone/>
              <a:defRPr sz="6400"/>
            </a:lvl8pPr>
            <a:lvl9pPr lvl="8" algn="ctr" rtl="0">
              <a:spcBef>
                <a:spcPts val="0"/>
              </a:spcBef>
              <a:spcAft>
                <a:spcPts val="0"/>
              </a:spcAft>
              <a:buSzPts val="6400"/>
              <a:buNone/>
              <a:defRPr sz="6400"/>
            </a:lvl9pPr>
          </a:lstStyle>
          <a:p>
            <a:endParaRPr/>
          </a:p>
        </p:txBody>
      </p:sp>
      <p:sp>
        <p:nvSpPr>
          <p:cNvPr id="15" name="Google Shape;15;g1ff40872408_0_953"/>
          <p:cNvSpPr txBox="1">
            <a:spLocks noGrp="1"/>
          </p:cNvSpPr>
          <p:nvPr>
            <p:ph type="subTitle" idx="1"/>
          </p:nvPr>
        </p:nvSpPr>
        <p:spPr>
          <a:xfrm>
            <a:off x="895000" y="4233168"/>
            <a:ext cx="10401900" cy="10569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 name="Google Shape;16;g1ff40872408_0_953"/>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g1ff40872408_0_961"/>
          <p:cNvSpPr txBox="1">
            <a:spLocks noGrp="1"/>
          </p:cNvSpPr>
          <p:nvPr>
            <p:ph type="title"/>
          </p:nvPr>
        </p:nvSpPr>
        <p:spPr>
          <a:xfrm>
            <a:off x="895000" y="2855000"/>
            <a:ext cx="10469700" cy="1148100"/>
          </a:xfrm>
          <a:prstGeom prst="rect">
            <a:avLst/>
          </a:prstGeom>
        </p:spPr>
        <p:txBody>
          <a:bodyPr spcFirstLastPara="1" wrap="square" lIns="121900" tIns="121900" rIns="121900" bIns="121900" anchor="ctr" anchorCtr="0">
            <a:norm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19" name="Google Shape;19;g1ff40872408_0_961"/>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g1ff40872408_0_968"/>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6" name="Google Shape;26;g1ff40872408_0_968"/>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7" name="Google Shape;27;g1ff40872408_0_968"/>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8" name="Google Shape;28;g1ff40872408_0_968"/>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g1ff40872408_0_980"/>
          <p:cNvSpPr txBox="1">
            <a:spLocks noGrp="1"/>
          </p:cNvSpPr>
          <p:nvPr>
            <p:ph type="title"/>
          </p:nvPr>
        </p:nvSpPr>
        <p:spPr>
          <a:xfrm>
            <a:off x="653667" y="701800"/>
            <a:ext cx="8302800" cy="5454300"/>
          </a:xfrm>
          <a:prstGeom prst="rect">
            <a:avLst/>
          </a:prstGeom>
        </p:spPr>
        <p:txBody>
          <a:bodyPr spcFirstLastPara="1" wrap="square" lIns="121900" tIns="121900" rIns="121900" bIns="121900" anchor="ctr" anchorCtr="0">
            <a:normAutofit/>
          </a:bodyPr>
          <a:lstStyle>
            <a:lvl1pPr lvl="0" rtl="0">
              <a:spcBef>
                <a:spcPts val="0"/>
              </a:spcBef>
              <a:spcAft>
                <a:spcPts val="0"/>
              </a:spcAft>
              <a:buClr>
                <a:schemeClr val="lt1"/>
              </a:buClr>
              <a:buSzPts val="6400"/>
              <a:buNone/>
              <a:defRPr sz="6400">
                <a:solidFill>
                  <a:schemeClr val="lt1"/>
                </a:solidFill>
              </a:defRPr>
            </a:lvl1pPr>
            <a:lvl2pPr lvl="1" rtl="0">
              <a:spcBef>
                <a:spcPts val="0"/>
              </a:spcBef>
              <a:spcAft>
                <a:spcPts val="0"/>
              </a:spcAft>
              <a:buClr>
                <a:schemeClr val="lt1"/>
              </a:buClr>
              <a:buSzPts val="6400"/>
              <a:buNone/>
              <a:defRPr sz="6400">
                <a:solidFill>
                  <a:schemeClr val="lt1"/>
                </a:solidFill>
              </a:defRPr>
            </a:lvl2pPr>
            <a:lvl3pPr lvl="2" rtl="0">
              <a:spcBef>
                <a:spcPts val="0"/>
              </a:spcBef>
              <a:spcAft>
                <a:spcPts val="0"/>
              </a:spcAft>
              <a:buClr>
                <a:schemeClr val="lt1"/>
              </a:buClr>
              <a:buSzPts val="6400"/>
              <a:buNone/>
              <a:defRPr sz="6400">
                <a:solidFill>
                  <a:schemeClr val="lt1"/>
                </a:solidFill>
              </a:defRPr>
            </a:lvl3pPr>
            <a:lvl4pPr lvl="3" rtl="0">
              <a:spcBef>
                <a:spcPts val="0"/>
              </a:spcBef>
              <a:spcAft>
                <a:spcPts val="0"/>
              </a:spcAft>
              <a:buClr>
                <a:schemeClr val="lt1"/>
              </a:buClr>
              <a:buSzPts val="6400"/>
              <a:buNone/>
              <a:defRPr sz="6400">
                <a:solidFill>
                  <a:schemeClr val="lt1"/>
                </a:solidFill>
              </a:defRPr>
            </a:lvl4pPr>
            <a:lvl5pPr lvl="4" rtl="0">
              <a:spcBef>
                <a:spcPts val="0"/>
              </a:spcBef>
              <a:spcAft>
                <a:spcPts val="0"/>
              </a:spcAft>
              <a:buClr>
                <a:schemeClr val="lt1"/>
              </a:buClr>
              <a:buSzPts val="6400"/>
              <a:buNone/>
              <a:defRPr sz="6400">
                <a:solidFill>
                  <a:schemeClr val="lt1"/>
                </a:solidFill>
              </a:defRPr>
            </a:lvl5pPr>
            <a:lvl6pPr lvl="5" rtl="0">
              <a:spcBef>
                <a:spcPts val="0"/>
              </a:spcBef>
              <a:spcAft>
                <a:spcPts val="0"/>
              </a:spcAft>
              <a:buClr>
                <a:schemeClr val="lt1"/>
              </a:buClr>
              <a:buSzPts val="6400"/>
              <a:buNone/>
              <a:defRPr sz="6400">
                <a:solidFill>
                  <a:schemeClr val="lt1"/>
                </a:solidFill>
              </a:defRPr>
            </a:lvl6pPr>
            <a:lvl7pPr lvl="6" rtl="0">
              <a:spcBef>
                <a:spcPts val="0"/>
              </a:spcBef>
              <a:spcAft>
                <a:spcPts val="0"/>
              </a:spcAft>
              <a:buClr>
                <a:schemeClr val="lt1"/>
              </a:buClr>
              <a:buSzPts val="6400"/>
              <a:buNone/>
              <a:defRPr sz="6400">
                <a:solidFill>
                  <a:schemeClr val="lt1"/>
                </a:solidFill>
              </a:defRPr>
            </a:lvl7pPr>
            <a:lvl8pPr lvl="7" rtl="0">
              <a:spcBef>
                <a:spcPts val="0"/>
              </a:spcBef>
              <a:spcAft>
                <a:spcPts val="0"/>
              </a:spcAft>
              <a:buClr>
                <a:schemeClr val="lt1"/>
              </a:buClr>
              <a:buSzPts val="6400"/>
              <a:buNone/>
              <a:defRPr sz="6400">
                <a:solidFill>
                  <a:schemeClr val="lt1"/>
                </a:solidFill>
              </a:defRPr>
            </a:lvl8pPr>
            <a:lvl9pPr lvl="8" rtl="0">
              <a:spcBef>
                <a:spcPts val="0"/>
              </a:spcBef>
              <a:spcAft>
                <a:spcPts val="0"/>
              </a:spcAft>
              <a:buClr>
                <a:schemeClr val="lt1"/>
              </a:buClr>
              <a:buSzPts val="6400"/>
              <a:buNone/>
              <a:defRPr sz="6400">
                <a:solidFill>
                  <a:schemeClr val="lt1"/>
                </a:solidFill>
              </a:defRPr>
            </a:lvl9pPr>
          </a:lstStyle>
          <a:p>
            <a:endParaRPr/>
          </a:p>
        </p:txBody>
      </p:sp>
      <p:sp>
        <p:nvSpPr>
          <p:cNvPr id="38" name="Google Shape;38;g1ff40872408_0_980"/>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1ff40872408_0_983"/>
          <p:cNvSpPr/>
          <p:nvPr/>
        </p:nvSpPr>
        <p:spPr>
          <a:xfrm>
            <a:off x="609600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41" name="Google Shape;41;g1ff40872408_0_983"/>
          <p:cNvCxnSpPr/>
          <p:nvPr/>
        </p:nvCxnSpPr>
        <p:spPr>
          <a:xfrm>
            <a:off x="6706233" y="5994000"/>
            <a:ext cx="624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g1ff40872408_0_983"/>
          <p:cNvSpPr txBox="1">
            <a:spLocks noGrp="1"/>
          </p:cNvSpPr>
          <p:nvPr>
            <p:ph type="title"/>
          </p:nvPr>
        </p:nvSpPr>
        <p:spPr>
          <a:xfrm>
            <a:off x="354000" y="1441867"/>
            <a:ext cx="5393700" cy="2280300"/>
          </a:xfrm>
          <a:prstGeom prst="rect">
            <a:avLst/>
          </a:prstGeom>
        </p:spPr>
        <p:txBody>
          <a:bodyPr spcFirstLastPara="1" wrap="square" lIns="121900" tIns="121900" rIns="121900" bIns="121900" anchor="b" anchorCtr="0">
            <a:normAutofit/>
          </a:bodyPr>
          <a:lstStyle>
            <a:lvl1pPr lvl="0" algn="ctr" rtl="0">
              <a:spcBef>
                <a:spcPts val="0"/>
              </a:spcBef>
              <a:spcAft>
                <a:spcPts val="0"/>
              </a:spcAft>
              <a:buSzPts val="5600"/>
              <a:buNone/>
              <a:defRPr sz="5600"/>
            </a:lvl1pPr>
            <a:lvl2pPr lvl="1" algn="ctr" rtl="0">
              <a:spcBef>
                <a:spcPts val="0"/>
              </a:spcBef>
              <a:spcAft>
                <a:spcPts val="0"/>
              </a:spcAft>
              <a:buSzPts val="5600"/>
              <a:buNone/>
              <a:defRPr sz="5600"/>
            </a:lvl2pPr>
            <a:lvl3pPr lvl="2" algn="ctr" rtl="0">
              <a:spcBef>
                <a:spcPts val="0"/>
              </a:spcBef>
              <a:spcAft>
                <a:spcPts val="0"/>
              </a:spcAft>
              <a:buSzPts val="5600"/>
              <a:buNone/>
              <a:defRPr sz="5600"/>
            </a:lvl3pPr>
            <a:lvl4pPr lvl="3" algn="ctr" rtl="0">
              <a:spcBef>
                <a:spcPts val="0"/>
              </a:spcBef>
              <a:spcAft>
                <a:spcPts val="0"/>
              </a:spcAft>
              <a:buSzPts val="5600"/>
              <a:buNone/>
              <a:defRPr sz="5600"/>
            </a:lvl4pPr>
            <a:lvl5pPr lvl="4" algn="ctr" rtl="0">
              <a:spcBef>
                <a:spcPts val="0"/>
              </a:spcBef>
              <a:spcAft>
                <a:spcPts val="0"/>
              </a:spcAft>
              <a:buSzPts val="5600"/>
              <a:buNone/>
              <a:defRPr sz="5600"/>
            </a:lvl5pPr>
            <a:lvl6pPr lvl="5" algn="ctr" rtl="0">
              <a:spcBef>
                <a:spcPts val="0"/>
              </a:spcBef>
              <a:spcAft>
                <a:spcPts val="0"/>
              </a:spcAft>
              <a:buSzPts val="5600"/>
              <a:buNone/>
              <a:defRPr sz="5600"/>
            </a:lvl6pPr>
            <a:lvl7pPr lvl="6" algn="ctr" rtl="0">
              <a:spcBef>
                <a:spcPts val="0"/>
              </a:spcBef>
              <a:spcAft>
                <a:spcPts val="0"/>
              </a:spcAft>
              <a:buSzPts val="5600"/>
              <a:buNone/>
              <a:defRPr sz="5600"/>
            </a:lvl7pPr>
            <a:lvl8pPr lvl="7" algn="ctr" rtl="0">
              <a:spcBef>
                <a:spcPts val="0"/>
              </a:spcBef>
              <a:spcAft>
                <a:spcPts val="0"/>
              </a:spcAft>
              <a:buSzPts val="5600"/>
              <a:buNone/>
              <a:defRPr sz="5600"/>
            </a:lvl8pPr>
            <a:lvl9pPr lvl="8" algn="ctr" rtl="0">
              <a:spcBef>
                <a:spcPts val="0"/>
              </a:spcBef>
              <a:spcAft>
                <a:spcPts val="0"/>
              </a:spcAft>
              <a:buSzPts val="5600"/>
              <a:buNone/>
              <a:defRPr sz="5600"/>
            </a:lvl9pPr>
          </a:lstStyle>
          <a:p>
            <a:endParaRPr/>
          </a:p>
        </p:txBody>
      </p:sp>
      <p:sp>
        <p:nvSpPr>
          <p:cNvPr id="43" name="Google Shape;43;g1ff40872408_0_983"/>
          <p:cNvSpPr txBox="1">
            <a:spLocks noGrp="1"/>
          </p:cNvSpPr>
          <p:nvPr>
            <p:ph type="subTitle" idx="1"/>
          </p:nvPr>
        </p:nvSpPr>
        <p:spPr>
          <a:xfrm>
            <a:off x="354000" y="3793601"/>
            <a:ext cx="5393700" cy="17940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Clr>
                <a:schemeClr val="dk1"/>
              </a:buClr>
              <a:buSzPts val="2800"/>
              <a:buNone/>
              <a:defRPr sz="28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44" name="Google Shape;44;g1ff40872408_0_983"/>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rtl="0">
              <a:spcBef>
                <a:spcPts val="0"/>
              </a:spcBef>
              <a:spcAft>
                <a:spcPts val="0"/>
              </a:spcAft>
              <a:buClr>
                <a:schemeClr val="lt1"/>
              </a:buClr>
              <a:buSzPts val="2400"/>
              <a:buChar char="●"/>
              <a:defRPr>
                <a:solidFill>
                  <a:schemeClr val="lt1"/>
                </a:solidFill>
              </a:defRPr>
            </a:lvl1pPr>
            <a:lvl2pPr marL="914400" lvl="1" indent="-349250" rtl="0">
              <a:spcBef>
                <a:spcPts val="0"/>
              </a:spcBef>
              <a:spcAft>
                <a:spcPts val="0"/>
              </a:spcAft>
              <a:buClr>
                <a:schemeClr val="lt1"/>
              </a:buClr>
              <a:buSzPts val="1900"/>
              <a:buChar char="○"/>
              <a:defRPr>
                <a:solidFill>
                  <a:schemeClr val="lt1"/>
                </a:solidFill>
              </a:defRPr>
            </a:lvl2pPr>
            <a:lvl3pPr marL="1371600" lvl="2" indent="-349250" rtl="0">
              <a:spcBef>
                <a:spcPts val="0"/>
              </a:spcBef>
              <a:spcAft>
                <a:spcPts val="0"/>
              </a:spcAft>
              <a:buClr>
                <a:schemeClr val="lt1"/>
              </a:buClr>
              <a:buSzPts val="1900"/>
              <a:buChar char="■"/>
              <a:defRPr>
                <a:solidFill>
                  <a:schemeClr val="lt1"/>
                </a:solidFill>
              </a:defRPr>
            </a:lvl3pPr>
            <a:lvl4pPr marL="1828800" lvl="3" indent="-349250" rtl="0">
              <a:spcBef>
                <a:spcPts val="0"/>
              </a:spcBef>
              <a:spcAft>
                <a:spcPts val="0"/>
              </a:spcAft>
              <a:buClr>
                <a:schemeClr val="lt1"/>
              </a:buClr>
              <a:buSzPts val="1900"/>
              <a:buChar char="●"/>
              <a:defRPr>
                <a:solidFill>
                  <a:schemeClr val="lt1"/>
                </a:solidFill>
              </a:defRPr>
            </a:lvl4pPr>
            <a:lvl5pPr marL="2286000" lvl="4" indent="-349250" rtl="0">
              <a:spcBef>
                <a:spcPts val="0"/>
              </a:spcBef>
              <a:spcAft>
                <a:spcPts val="0"/>
              </a:spcAft>
              <a:buClr>
                <a:schemeClr val="lt1"/>
              </a:buClr>
              <a:buSzPts val="1900"/>
              <a:buChar char="○"/>
              <a:defRPr>
                <a:solidFill>
                  <a:schemeClr val="lt1"/>
                </a:solidFill>
              </a:defRPr>
            </a:lvl5pPr>
            <a:lvl6pPr marL="2743200" lvl="5" indent="-349250" rtl="0">
              <a:spcBef>
                <a:spcPts val="0"/>
              </a:spcBef>
              <a:spcAft>
                <a:spcPts val="0"/>
              </a:spcAft>
              <a:buClr>
                <a:schemeClr val="lt1"/>
              </a:buClr>
              <a:buSzPts val="1900"/>
              <a:buChar char="■"/>
              <a:defRPr>
                <a:solidFill>
                  <a:schemeClr val="lt1"/>
                </a:solidFill>
              </a:defRPr>
            </a:lvl6pPr>
            <a:lvl7pPr marL="3200400" lvl="6" indent="-349250" rtl="0">
              <a:spcBef>
                <a:spcPts val="0"/>
              </a:spcBef>
              <a:spcAft>
                <a:spcPts val="0"/>
              </a:spcAft>
              <a:buClr>
                <a:schemeClr val="lt1"/>
              </a:buClr>
              <a:buSzPts val="1900"/>
              <a:buChar char="●"/>
              <a:defRPr>
                <a:solidFill>
                  <a:schemeClr val="lt1"/>
                </a:solidFill>
              </a:defRPr>
            </a:lvl7pPr>
            <a:lvl8pPr marL="3657600" lvl="7" indent="-349250" rtl="0">
              <a:spcBef>
                <a:spcPts val="0"/>
              </a:spcBef>
              <a:spcAft>
                <a:spcPts val="0"/>
              </a:spcAft>
              <a:buClr>
                <a:schemeClr val="lt1"/>
              </a:buClr>
              <a:buSzPts val="1900"/>
              <a:buChar char="○"/>
              <a:defRPr>
                <a:solidFill>
                  <a:schemeClr val="lt1"/>
                </a:solidFill>
              </a:defRPr>
            </a:lvl8pPr>
            <a:lvl9pPr marL="4114800" lvl="8" indent="-349250" rtl="0">
              <a:spcBef>
                <a:spcPts val="0"/>
              </a:spcBef>
              <a:spcAft>
                <a:spcPts val="0"/>
              </a:spcAft>
              <a:buClr>
                <a:schemeClr val="lt1"/>
              </a:buClr>
              <a:buSzPts val="1900"/>
              <a:buChar char="■"/>
              <a:defRPr>
                <a:solidFill>
                  <a:schemeClr val="lt1"/>
                </a:solidFill>
              </a:defRPr>
            </a:lvl9pPr>
          </a:lstStyle>
          <a:p>
            <a:endParaRPr/>
          </a:p>
        </p:txBody>
      </p:sp>
      <p:sp>
        <p:nvSpPr>
          <p:cNvPr id="45" name="Google Shape;45;g1ff40872408_0_983"/>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g1ff40872408_0_990"/>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rtl="0">
              <a:lnSpc>
                <a:spcPct val="100000"/>
              </a:lnSpc>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stStyle>
          <a:p>
            <a:endParaRPr/>
          </a:p>
        </p:txBody>
      </p:sp>
      <p:sp>
        <p:nvSpPr>
          <p:cNvPr id="48" name="Google Shape;48;g1ff40872408_0_990"/>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g1ff40872408_0_993"/>
          <p:cNvSpPr txBox="1">
            <a:spLocks noGrp="1"/>
          </p:cNvSpPr>
          <p:nvPr>
            <p:ph type="title" hasCustomPrompt="1"/>
          </p:nvPr>
        </p:nvSpPr>
        <p:spPr>
          <a:xfrm>
            <a:off x="415600" y="1673700"/>
            <a:ext cx="11360700" cy="2520900"/>
          </a:xfrm>
          <a:prstGeom prst="rect">
            <a:avLst/>
          </a:prstGeom>
        </p:spPr>
        <p:txBody>
          <a:bodyPr spcFirstLastPara="1" wrap="square" lIns="121900" tIns="121900" rIns="121900" bIns="121900" anchor="b" anchorCtr="0">
            <a:normAutofit/>
          </a:bodyPr>
          <a:lstStyle>
            <a:lvl1pPr lvl="0" algn="ctr" rtl="0">
              <a:spcBef>
                <a:spcPts val="0"/>
              </a:spcBef>
              <a:spcAft>
                <a:spcPts val="0"/>
              </a:spcAft>
              <a:buSzPts val="16000"/>
              <a:buNone/>
              <a:defRPr sz="16000"/>
            </a:lvl1pPr>
            <a:lvl2pPr lvl="1" algn="ctr" rtl="0">
              <a:spcBef>
                <a:spcPts val="0"/>
              </a:spcBef>
              <a:spcAft>
                <a:spcPts val="0"/>
              </a:spcAft>
              <a:buSzPts val="16000"/>
              <a:buNone/>
              <a:defRPr sz="16000"/>
            </a:lvl2pPr>
            <a:lvl3pPr lvl="2" algn="ctr" rtl="0">
              <a:spcBef>
                <a:spcPts val="0"/>
              </a:spcBef>
              <a:spcAft>
                <a:spcPts val="0"/>
              </a:spcAft>
              <a:buSzPts val="16000"/>
              <a:buNone/>
              <a:defRPr sz="16000"/>
            </a:lvl3pPr>
            <a:lvl4pPr lvl="3" algn="ctr" rtl="0">
              <a:spcBef>
                <a:spcPts val="0"/>
              </a:spcBef>
              <a:spcAft>
                <a:spcPts val="0"/>
              </a:spcAft>
              <a:buSzPts val="16000"/>
              <a:buNone/>
              <a:defRPr sz="16000"/>
            </a:lvl4pPr>
            <a:lvl5pPr lvl="4" algn="ctr" rtl="0">
              <a:spcBef>
                <a:spcPts val="0"/>
              </a:spcBef>
              <a:spcAft>
                <a:spcPts val="0"/>
              </a:spcAft>
              <a:buSzPts val="16000"/>
              <a:buNone/>
              <a:defRPr sz="16000"/>
            </a:lvl5pPr>
            <a:lvl6pPr lvl="5" algn="ctr" rtl="0">
              <a:spcBef>
                <a:spcPts val="0"/>
              </a:spcBef>
              <a:spcAft>
                <a:spcPts val="0"/>
              </a:spcAft>
              <a:buSzPts val="16000"/>
              <a:buNone/>
              <a:defRPr sz="16000"/>
            </a:lvl6pPr>
            <a:lvl7pPr lvl="6" algn="ctr" rtl="0">
              <a:spcBef>
                <a:spcPts val="0"/>
              </a:spcBef>
              <a:spcAft>
                <a:spcPts val="0"/>
              </a:spcAft>
              <a:buSzPts val="16000"/>
              <a:buNone/>
              <a:defRPr sz="16000"/>
            </a:lvl7pPr>
            <a:lvl8pPr lvl="7" algn="ctr" rtl="0">
              <a:spcBef>
                <a:spcPts val="0"/>
              </a:spcBef>
              <a:spcAft>
                <a:spcPts val="0"/>
              </a:spcAft>
              <a:buSzPts val="16000"/>
              <a:buNone/>
              <a:defRPr sz="16000"/>
            </a:lvl8pPr>
            <a:lvl9pPr lvl="8" algn="ctr" rtl="0">
              <a:spcBef>
                <a:spcPts val="0"/>
              </a:spcBef>
              <a:spcAft>
                <a:spcPts val="0"/>
              </a:spcAft>
              <a:buSzPts val="16000"/>
              <a:buNone/>
              <a:defRPr sz="16000"/>
            </a:lvl9pPr>
          </a:lstStyle>
          <a:p>
            <a:r>
              <a:t>xx%</a:t>
            </a:r>
          </a:p>
        </p:txBody>
      </p:sp>
      <p:sp>
        <p:nvSpPr>
          <p:cNvPr id="51" name="Google Shape;51;g1ff40872408_0_993"/>
          <p:cNvSpPr txBox="1">
            <a:spLocks noGrp="1"/>
          </p:cNvSpPr>
          <p:nvPr>
            <p:ph type="body" idx="1"/>
          </p:nvPr>
        </p:nvSpPr>
        <p:spPr>
          <a:xfrm>
            <a:off x="415600" y="4304567"/>
            <a:ext cx="11360700" cy="1734300"/>
          </a:xfrm>
          <a:prstGeom prst="rect">
            <a:avLst/>
          </a:prstGeom>
        </p:spPr>
        <p:txBody>
          <a:bodyPr spcFirstLastPara="1" wrap="square" lIns="121900" tIns="121900" rIns="121900" bIns="121900" anchor="t" anchorCtr="0">
            <a:normAutofit/>
          </a:bodyPr>
          <a:lstStyle>
            <a:lvl1pPr marL="457200" lvl="0" indent="-381000" algn="ctr" rtl="0">
              <a:spcBef>
                <a:spcPts val="0"/>
              </a:spcBef>
              <a:spcAft>
                <a:spcPts val="0"/>
              </a:spcAft>
              <a:buSzPts val="2400"/>
              <a:buChar char="●"/>
              <a:defRPr/>
            </a:lvl1pPr>
            <a:lvl2pPr marL="914400" lvl="1" indent="-349250" algn="ctr" rtl="0">
              <a:spcBef>
                <a:spcPts val="0"/>
              </a:spcBef>
              <a:spcAft>
                <a:spcPts val="0"/>
              </a:spcAft>
              <a:buSzPts val="1900"/>
              <a:buChar char="○"/>
              <a:defRPr/>
            </a:lvl2pPr>
            <a:lvl3pPr marL="1371600" lvl="2" indent="-349250" algn="ctr" rtl="0">
              <a:spcBef>
                <a:spcPts val="0"/>
              </a:spcBef>
              <a:spcAft>
                <a:spcPts val="0"/>
              </a:spcAft>
              <a:buSzPts val="1900"/>
              <a:buChar char="■"/>
              <a:defRPr/>
            </a:lvl3pPr>
            <a:lvl4pPr marL="1828800" lvl="3" indent="-349250" algn="ctr" rtl="0">
              <a:spcBef>
                <a:spcPts val="0"/>
              </a:spcBef>
              <a:spcAft>
                <a:spcPts val="0"/>
              </a:spcAft>
              <a:buSzPts val="1900"/>
              <a:buChar char="●"/>
              <a:defRPr/>
            </a:lvl4pPr>
            <a:lvl5pPr marL="2286000" lvl="4" indent="-349250" algn="ctr" rtl="0">
              <a:spcBef>
                <a:spcPts val="0"/>
              </a:spcBef>
              <a:spcAft>
                <a:spcPts val="0"/>
              </a:spcAft>
              <a:buSzPts val="1900"/>
              <a:buChar char="○"/>
              <a:defRPr/>
            </a:lvl5pPr>
            <a:lvl6pPr marL="2743200" lvl="5" indent="-349250" algn="ctr" rtl="0">
              <a:spcBef>
                <a:spcPts val="0"/>
              </a:spcBef>
              <a:spcAft>
                <a:spcPts val="0"/>
              </a:spcAft>
              <a:buSzPts val="1900"/>
              <a:buChar char="■"/>
              <a:defRPr/>
            </a:lvl6pPr>
            <a:lvl7pPr marL="3200400" lvl="6" indent="-349250" algn="ctr" rtl="0">
              <a:spcBef>
                <a:spcPts val="0"/>
              </a:spcBef>
              <a:spcAft>
                <a:spcPts val="0"/>
              </a:spcAft>
              <a:buSzPts val="1900"/>
              <a:buChar char="●"/>
              <a:defRPr/>
            </a:lvl7pPr>
            <a:lvl8pPr marL="3657600" lvl="7" indent="-349250" algn="ctr" rtl="0">
              <a:spcBef>
                <a:spcPts val="0"/>
              </a:spcBef>
              <a:spcAft>
                <a:spcPts val="0"/>
              </a:spcAft>
              <a:buSzPts val="1900"/>
              <a:buChar char="○"/>
              <a:defRPr/>
            </a:lvl8pPr>
            <a:lvl9pPr marL="4114800" lvl="8" indent="-349250" algn="ctr" rtl="0">
              <a:spcBef>
                <a:spcPts val="0"/>
              </a:spcBef>
              <a:spcAft>
                <a:spcPts val="0"/>
              </a:spcAft>
              <a:buSzPts val="1900"/>
              <a:buChar char="■"/>
              <a:defRPr/>
            </a:lvl9pPr>
          </a:lstStyle>
          <a:p>
            <a:endParaRPr/>
          </a:p>
        </p:txBody>
      </p:sp>
      <p:sp>
        <p:nvSpPr>
          <p:cNvPr id="52" name="Google Shape;52;g1ff40872408_0_993"/>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5"/>
        <p:cNvGrpSpPr/>
        <p:nvPr/>
      </p:nvGrpSpPr>
      <p:grpSpPr>
        <a:xfrm>
          <a:off x="0" y="0"/>
          <a:ext cx="0" cy="0"/>
          <a:chOff x="0" y="0"/>
          <a:chExt cx="0" cy="0"/>
        </a:xfrm>
      </p:grpSpPr>
      <p:sp>
        <p:nvSpPr>
          <p:cNvPr id="56" name="Google Shape;56;g1ff40872408_0_999"/>
          <p:cNvSpPr txBox="1">
            <a:spLocks noGrp="1"/>
          </p:cNvSpPr>
          <p:nvPr>
            <p:ph type="title"/>
          </p:nvPr>
        </p:nvSpPr>
        <p:spPr>
          <a:xfrm>
            <a:off x="517870" y="978408"/>
            <a:ext cx="5021100" cy="48705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0"/>
              </a:spcBef>
              <a:spcAft>
                <a:spcPts val="0"/>
              </a:spcAft>
              <a:buClr>
                <a:schemeClr val="dk1"/>
              </a:buClr>
              <a:buSzPts val="18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57" name="Google Shape;57;g1ff40872408_0_999"/>
          <p:cNvSpPr txBox="1">
            <a:spLocks noGrp="1"/>
          </p:cNvSpPr>
          <p:nvPr>
            <p:ph type="body" idx="1"/>
          </p:nvPr>
        </p:nvSpPr>
        <p:spPr>
          <a:xfrm>
            <a:off x="6662168" y="969264"/>
            <a:ext cx="5021100" cy="4870500"/>
          </a:xfrm>
          <a:prstGeom prst="rect">
            <a:avLst/>
          </a:prstGeom>
          <a:noFill/>
          <a:ln>
            <a:noFill/>
          </a:ln>
        </p:spPr>
        <p:txBody>
          <a:bodyPr spcFirstLastPara="1" wrap="square" lIns="91425" tIns="45700" rIns="91425" bIns="45700" anchor="t" anchorCtr="0">
            <a:normAutofit/>
          </a:bodyPr>
          <a:lstStyle>
            <a:lvl1pPr marL="457200" lvl="0" indent="-342900" algn="l" rtl="0">
              <a:lnSpc>
                <a:spcPct val="110000"/>
              </a:lnSpc>
              <a:spcBef>
                <a:spcPts val="1000"/>
              </a:spcBef>
              <a:spcAft>
                <a:spcPts val="0"/>
              </a:spcAft>
              <a:buClr>
                <a:schemeClr val="dk1"/>
              </a:buClr>
              <a:buSzPts val="1800"/>
              <a:buChar char="●"/>
              <a:defRPr/>
            </a:lvl1pPr>
            <a:lvl2pPr marL="914400" lvl="1" indent="-342900" algn="l" rtl="0">
              <a:lnSpc>
                <a:spcPct val="110000"/>
              </a:lnSpc>
              <a:spcBef>
                <a:spcPts val="1600"/>
              </a:spcBef>
              <a:spcAft>
                <a:spcPts val="0"/>
              </a:spcAft>
              <a:buClr>
                <a:schemeClr val="dk1"/>
              </a:buClr>
              <a:buSzPts val="1800"/>
              <a:buChar char="○"/>
              <a:defRPr/>
            </a:lvl2pPr>
            <a:lvl3pPr marL="1371600" lvl="2" indent="-342900" algn="l" rtl="0">
              <a:lnSpc>
                <a:spcPct val="110000"/>
              </a:lnSpc>
              <a:spcBef>
                <a:spcPts val="1600"/>
              </a:spcBef>
              <a:spcAft>
                <a:spcPts val="0"/>
              </a:spcAft>
              <a:buClr>
                <a:schemeClr val="dk1"/>
              </a:buClr>
              <a:buSzPts val="1800"/>
              <a:buChar char="■"/>
              <a:defRPr/>
            </a:lvl3pPr>
            <a:lvl4pPr marL="1828800" lvl="3" indent="-342900" algn="l" rtl="0">
              <a:lnSpc>
                <a:spcPct val="110000"/>
              </a:lnSpc>
              <a:spcBef>
                <a:spcPts val="1600"/>
              </a:spcBef>
              <a:spcAft>
                <a:spcPts val="0"/>
              </a:spcAft>
              <a:buClr>
                <a:schemeClr val="dk1"/>
              </a:buClr>
              <a:buSzPts val="1800"/>
              <a:buChar char="●"/>
              <a:defRPr/>
            </a:lvl4pPr>
            <a:lvl5pPr marL="2286000" lvl="4" indent="-342900" algn="l" rtl="0">
              <a:lnSpc>
                <a:spcPct val="110000"/>
              </a:lnSpc>
              <a:spcBef>
                <a:spcPts val="1600"/>
              </a:spcBef>
              <a:spcAft>
                <a:spcPts val="0"/>
              </a:spcAft>
              <a:buClr>
                <a:schemeClr val="dk1"/>
              </a:buClr>
              <a:buSzPts val="1800"/>
              <a:buChar char="○"/>
              <a:defRPr/>
            </a:lvl5pPr>
            <a:lvl6pPr marL="2743200" lvl="5" indent="-342900" algn="l" rtl="0">
              <a:lnSpc>
                <a:spcPct val="90000"/>
              </a:lnSpc>
              <a:spcBef>
                <a:spcPts val="1600"/>
              </a:spcBef>
              <a:spcAft>
                <a:spcPts val="0"/>
              </a:spcAft>
              <a:buClr>
                <a:schemeClr val="dk1"/>
              </a:buClr>
              <a:buSzPts val="1800"/>
              <a:buChar char="■"/>
              <a:defRPr/>
            </a:lvl6pPr>
            <a:lvl7pPr marL="3200400" lvl="6" indent="-342900" algn="l" rtl="0">
              <a:lnSpc>
                <a:spcPct val="90000"/>
              </a:lnSpc>
              <a:spcBef>
                <a:spcPts val="1600"/>
              </a:spcBef>
              <a:spcAft>
                <a:spcPts val="0"/>
              </a:spcAft>
              <a:buClr>
                <a:schemeClr val="dk1"/>
              </a:buClr>
              <a:buSzPts val="1800"/>
              <a:buChar char="●"/>
              <a:defRPr/>
            </a:lvl7pPr>
            <a:lvl8pPr marL="3657600" lvl="7" indent="-342900" algn="l" rtl="0">
              <a:lnSpc>
                <a:spcPct val="90000"/>
              </a:lnSpc>
              <a:spcBef>
                <a:spcPts val="1600"/>
              </a:spcBef>
              <a:spcAft>
                <a:spcPts val="0"/>
              </a:spcAft>
              <a:buClr>
                <a:schemeClr val="dk1"/>
              </a:buClr>
              <a:buSzPts val="1800"/>
              <a:buChar char="○"/>
              <a:defRPr/>
            </a:lvl8pPr>
            <a:lvl9pPr marL="4114800" lvl="8" indent="-342900" algn="l" rtl="0">
              <a:lnSpc>
                <a:spcPct val="90000"/>
              </a:lnSpc>
              <a:spcBef>
                <a:spcPts val="1600"/>
              </a:spcBef>
              <a:spcAft>
                <a:spcPts val="1600"/>
              </a:spcAft>
              <a:buClr>
                <a:schemeClr val="dk1"/>
              </a:buClr>
              <a:buSzPts val="1800"/>
              <a:buChar char="■"/>
              <a:defRPr/>
            </a:lvl9pPr>
          </a:lstStyle>
          <a:p>
            <a:endParaRPr/>
          </a:p>
        </p:txBody>
      </p:sp>
      <p:sp>
        <p:nvSpPr>
          <p:cNvPr id="58" name="Google Shape;58;g1ff40872408_0_999"/>
          <p:cNvSpPr txBox="1">
            <a:spLocks noGrp="1"/>
          </p:cNvSpPr>
          <p:nvPr>
            <p:ph type="dt" idx="10"/>
          </p:nvPr>
        </p:nvSpPr>
        <p:spPr>
          <a:xfrm>
            <a:off x="517870" y="6420414"/>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g1ff40872408_0_999"/>
          <p:cNvSpPr txBox="1">
            <a:spLocks noGrp="1"/>
          </p:cNvSpPr>
          <p:nvPr>
            <p:ph type="ftr" idx="11"/>
          </p:nvPr>
        </p:nvSpPr>
        <p:spPr>
          <a:xfrm>
            <a:off x="517870" y="97713"/>
            <a:ext cx="41148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g1ff40872408_0_99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bg>
      <p:bgPr>
        <a:gradFill>
          <a:gsLst>
            <a:gs pos="0">
              <a:srgbClr val="DDDDDD"/>
            </a:gs>
            <a:gs pos="100000">
              <a:srgbClr val="919191"/>
            </a:gs>
          </a:gsLst>
          <a:path path="circle">
            <a:fillToRect l="50000" t="50000" r="50000" b="50000"/>
          </a:path>
          <a:tileRect/>
        </a:gradFill>
        <a:effectLst/>
      </p:bgPr>
    </p:bg>
    <p:spTree>
      <p:nvGrpSpPr>
        <p:cNvPr id="1" name="Shape 61"/>
        <p:cNvGrpSpPr/>
        <p:nvPr/>
      </p:nvGrpSpPr>
      <p:grpSpPr>
        <a:xfrm>
          <a:off x="0" y="0"/>
          <a:ext cx="0" cy="0"/>
          <a:chOff x="0" y="0"/>
          <a:chExt cx="0" cy="0"/>
        </a:xfrm>
      </p:grpSpPr>
      <p:sp>
        <p:nvSpPr>
          <p:cNvPr id="62" name="Google Shape;62;g1ff40872408_0_1005"/>
          <p:cNvSpPr/>
          <p:nvPr/>
        </p:nvSpPr>
        <p:spPr>
          <a:xfrm>
            <a:off x="517869" y="508090"/>
            <a:ext cx="11155800" cy="149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3" name="Google Shape;63;g1ff40872408_0_1005"/>
          <p:cNvSpPr txBox="1">
            <a:spLocks noGrp="1"/>
          </p:cNvSpPr>
          <p:nvPr>
            <p:ph type="title"/>
          </p:nvPr>
        </p:nvSpPr>
        <p:spPr>
          <a:xfrm>
            <a:off x="517869" y="978119"/>
            <a:ext cx="11165400" cy="10731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0"/>
              </a:spcBef>
              <a:spcAft>
                <a:spcPts val="0"/>
              </a:spcAft>
              <a:buClr>
                <a:schemeClr val="dk1"/>
              </a:buClr>
              <a:buSzPts val="18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64" name="Google Shape;64;g1ff40872408_0_1005"/>
          <p:cNvSpPr txBox="1">
            <a:spLocks noGrp="1"/>
          </p:cNvSpPr>
          <p:nvPr>
            <p:ph type="body" idx="1"/>
          </p:nvPr>
        </p:nvSpPr>
        <p:spPr>
          <a:xfrm>
            <a:off x="517870" y="2178908"/>
            <a:ext cx="5020200" cy="654900"/>
          </a:xfrm>
          <a:prstGeom prst="rect">
            <a:avLst/>
          </a:prstGeom>
          <a:noFill/>
          <a:ln>
            <a:noFill/>
          </a:ln>
        </p:spPr>
        <p:txBody>
          <a:bodyPr spcFirstLastPara="1" wrap="square" lIns="91425" tIns="45700" rIns="91425" bIns="45700" anchor="b" anchorCtr="0">
            <a:normAutofit/>
          </a:bodyPr>
          <a:lstStyle>
            <a:lvl1pPr marL="457200" lvl="0" indent="-228600" algn="l" rtl="0">
              <a:lnSpc>
                <a:spcPct val="110000"/>
              </a:lnSpc>
              <a:spcBef>
                <a:spcPts val="1000"/>
              </a:spcBef>
              <a:spcAft>
                <a:spcPts val="0"/>
              </a:spcAft>
              <a:buClr>
                <a:schemeClr val="dk1"/>
              </a:buClr>
              <a:buSzPts val="2200"/>
              <a:buNone/>
              <a:defRPr sz="2200" b="0" i="1"/>
            </a:lvl1pPr>
            <a:lvl2pPr marL="914400" lvl="1" indent="-228600" algn="l" rtl="0">
              <a:lnSpc>
                <a:spcPct val="110000"/>
              </a:lnSpc>
              <a:spcBef>
                <a:spcPts val="1600"/>
              </a:spcBef>
              <a:spcAft>
                <a:spcPts val="0"/>
              </a:spcAft>
              <a:buClr>
                <a:schemeClr val="dk1"/>
              </a:buClr>
              <a:buSzPts val="2000"/>
              <a:buNone/>
              <a:defRPr sz="2000" b="1"/>
            </a:lvl2pPr>
            <a:lvl3pPr marL="1371600" lvl="2" indent="-228600" algn="l" rtl="0">
              <a:lnSpc>
                <a:spcPct val="110000"/>
              </a:lnSpc>
              <a:spcBef>
                <a:spcPts val="1600"/>
              </a:spcBef>
              <a:spcAft>
                <a:spcPts val="0"/>
              </a:spcAft>
              <a:buClr>
                <a:schemeClr val="dk1"/>
              </a:buClr>
              <a:buSzPts val="1800"/>
              <a:buNone/>
              <a:defRPr sz="1800" b="1"/>
            </a:lvl3pPr>
            <a:lvl4pPr marL="1828800" lvl="3" indent="-228600" algn="l" rtl="0">
              <a:lnSpc>
                <a:spcPct val="110000"/>
              </a:lnSpc>
              <a:spcBef>
                <a:spcPts val="1600"/>
              </a:spcBef>
              <a:spcAft>
                <a:spcPts val="0"/>
              </a:spcAft>
              <a:buClr>
                <a:schemeClr val="dk1"/>
              </a:buClr>
              <a:buSzPts val="1600"/>
              <a:buNone/>
              <a:defRPr sz="1600" b="1"/>
            </a:lvl4pPr>
            <a:lvl5pPr marL="2286000" lvl="4" indent="-228600" algn="l" rtl="0">
              <a:lnSpc>
                <a:spcPct val="110000"/>
              </a:lnSpc>
              <a:spcBef>
                <a:spcPts val="1600"/>
              </a:spcBef>
              <a:spcAft>
                <a:spcPts val="0"/>
              </a:spcAft>
              <a:buClr>
                <a:schemeClr val="dk1"/>
              </a:buClr>
              <a:buSzPts val="1600"/>
              <a:buNone/>
              <a:defRPr sz="1600" b="1"/>
            </a:lvl5pPr>
            <a:lvl6pPr marL="2743200" lvl="5" indent="-228600" algn="l" rtl="0">
              <a:lnSpc>
                <a:spcPct val="90000"/>
              </a:lnSpc>
              <a:spcBef>
                <a:spcPts val="1600"/>
              </a:spcBef>
              <a:spcAft>
                <a:spcPts val="0"/>
              </a:spcAft>
              <a:buClr>
                <a:schemeClr val="dk1"/>
              </a:buClr>
              <a:buSzPts val="1600"/>
              <a:buNone/>
              <a:defRPr sz="1600" b="1"/>
            </a:lvl6pPr>
            <a:lvl7pPr marL="3200400" lvl="6" indent="-228600" algn="l" rtl="0">
              <a:lnSpc>
                <a:spcPct val="90000"/>
              </a:lnSpc>
              <a:spcBef>
                <a:spcPts val="1600"/>
              </a:spcBef>
              <a:spcAft>
                <a:spcPts val="0"/>
              </a:spcAft>
              <a:buClr>
                <a:schemeClr val="dk1"/>
              </a:buClr>
              <a:buSzPts val="1600"/>
              <a:buNone/>
              <a:defRPr sz="1600" b="1"/>
            </a:lvl7pPr>
            <a:lvl8pPr marL="3657600" lvl="7" indent="-228600" algn="l" rtl="0">
              <a:lnSpc>
                <a:spcPct val="90000"/>
              </a:lnSpc>
              <a:spcBef>
                <a:spcPts val="1600"/>
              </a:spcBef>
              <a:spcAft>
                <a:spcPts val="0"/>
              </a:spcAft>
              <a:buClr>
                <a:schemeClr val="dk1"/>
              </a:buClr>
              <a:buSzPts val="1600"/>
              <a:buNone/>
              <a:defRPr sz="1600" b="1"/>
            </a:lvl8pPr>
            <a:lvl9pPr marL="4114800" lvl="8" indent="-228600" algn="l" rtl="0">
              <a:lnSpc>
                <a:spcPct val="90000"/>
              </a:lnSpc>
              <a:spcBef>
                <a:spcPts val="1600"/>
              </a:spcBef>
              <a:spcAft>
                <a:spcPts val="1600"/>
              </a:spcAft>
              <a:buClr>
                <a:schemeClr val="dk1"/>
              </a:buClr>
              <a:buSzPts val="1600"/>
              <a:buNone/>
              <a:defRPr sz="1600" b="1"/>
            </a:lvl9pPr>
          </a:lstStyle>
          <a:p>
            <a:endParaRPr/>
          </a:p>
        </p:txBody>
      </p:sp>
      <p:sp>
        <p:nvSpPr>
          <p:cNvPr id="65" name="Google Shape;65;g1ff40872408_0_1005"/>
          <p:cNvSpPr txBox="1">
            <a:spLocks noGrp="1"/>
          </p:cNvSpPr>
          <p:nvPr>
            <p:ph type="body" idx="2"/>
          </p:nvPr>
        </p:nvSpPr>
        <p:spPr>
          <a:xfrm>
            <a:off x="517870" y="2876085"/>
            <a:ext cx="5020200" cy="3322800"/>
          </a:xfrm>
          <a:prstGeom prst="rect">
            <a:avLst/>
          </a:prstGeom>
          <a:noFill/>
          <a:ln>
            <a:noFill/>
          </a:ln>
        </p:spPr>
        <p:txBody>
          <a:bodyPr spcFirstLastPara="1" wrap="square" lIns="91425" tIns="45700" rIns="91425" bIns="45700" anchor="t" anchorCtr="0">
            <a:normAutofit/>
          </a:bodyPr>
          <a:lstStyle>
            <a:lvl1pPr marL="457200" lvl="0" indent="-342900" algn="l" rtl="0">
              <a:lnSpc>
                <a:spcPct val="110000"/>
              </a:lnSpc>
              <a:spcBef>
                <a:spcPts val="1000"/>
              </a:spcBef>
              <a:spcAft>
                <a:spcPts val="0"/>
              </a:spcAft>
              <a:buClr>
                <a:schemeClr val="dk1"/>
              </a:buClr>
              <a:buSzPts val="1800"/>
              <a:buChar char="●"/>
              <a:defRPr/>
            </a:lvl1pPr>
            <a:lvl2pPr marL="914400" lvl="1" indent="-342900" algn="l" rtl="0">
              <a:lnSpc>
                <a:spcPct val="110000"/>
              </a:lnSpc>
              <a:spcBef>
                <a:spcPts val="1600"/>
              </a:spcBef>
              <a:spcAft>
                <a:spcPts val="0"/>
              </a:spcAft>
              <a:buClr>
                <a:schemeClr val="dk1"/>
              </a:buClr>
              <a:buSzPts val="1800"/>
              <a:buChar char="○"/>
              <a:defRPr/>
            </a:lvl2pPr>
            <a:lvl3pPr marL="1371600" lvl="2" indent="-342900" algn="l" rtl="0">
              <a:lnSpc>
                <a:spcPct val="110000"/>
              </a:lnSpc>
              <a:spcBef>
                <a:spcPts val="1600"/>
              </a:spcBef>
              <a:spcAft>
                <a:spcPts val="0"/>
              </a:spcAft>
              <a:buClr>
                <a:schemeClr val="dk1"/>
              </a:buClr>
              <a:buSzPts val="1800"/>
              <a:buChar char="■"/>
              <a:defRPr/>
            </a:lvl3pPr>
            <a:lvl4pPr marL="1828800" lvl="3" indent="-342900" algn="l" rtl="0">
              <a:lnSpc>
                <a:spcPct val="110000"/>
              </a:lnSpc>
              <a:spcBef>
                <a:spcPts val="1600"/>
              </a:spcBef>
              <a:spcAft>
                <a:spcPts val="0"/>
              </a:spcAft>
              <a:buClr>
                <a:schemeClr val="dk1"/>
              </a:buClr>
              <a:buSzPts val="1800"/>
              <a:buChar char="●"/>
              <a:defRPr/>
            </a:lvl4pPr>
            <a:lvl5pPr marL="2286000" lvl="4" indent="-342900" algn="l" rtl="0">
              <a:lnSpc>
                <a:spcPct val="110000"/>
              </a:lnSpc>
              <a:spcBef>
                <a:spcPts val="1600"/>
              </a:spcBef>
              <a:spcAft>
                <a:spcPts val="0"/>
              </a:spcAft>
              <a:buClr>
                <a:schemeClr val="dk1"/>
              </a:buClr>
              <a:buSzPts val="1800"/>
              <a:buChar char="○"/>
              <a:defRPr/>
            </a:lvl5pPr>
            <a:lvl6pPr marL="2743200" lvl="5" indent="-342900" algn="l" rtl="0">
              <a:lnSpc>
                <a:spcPct val="90000"/>
              </a:lnSpc>
              <a:spcBef>
                <a:spcPts val="1600"/>
              </a:spcBef>
              <a:spcAft>
                <a:spcPts val="0"/>
              </a:spcAft>
              <a:buClr>
                <a:schemeClr val="dk1"/>
              </a:buClr>
              <a:buSzPts val="1800"/>
              <a:buChar char="■"/>
              <a:defRPr/>
            </a:lvl6pPr>
            <a:lvl7pPr marL="3200400" lvl="6" indent="-342900" algn="l" rtl="0">
              <a:lnSpc>
                <a:spcPct val="90000"/>
              </a:lnSpc>
              <a:spcBef>
                <a:spcPts val="1600"/>
              </a:spcBef>
              <a:spcAft>
                <a:spcPts val="0"/>
              </a:spcAft>
              <a:buClr>
                <a:schemeClr val="dk1"/>
              </a:buClr>
              <a:buSzPts val="1800"/>
              <a:buChar char="●"/>
              <a:defRPr/>
            </a:lvl7pPr>
            <a:lvl8pPr marL="3657600" lvl="7" indent="-342900" algn="l" rtl="0">
              <a:lnSpc>
                <a:spcPct val="90000"/>
              </a:lnSpc>
              <a:spcBef>
                <a:spcPts val="1600"/>
              </a:spcBef>
              <a:spcAft>
                <a:spcPts val="0"/>
              </a:spcAft>
              <a:buClr>
                <a:schemeClr val="dk1"/>
              </a:buClr>
              <a:buSzPts val="1800"/>
              <a:buChar char="○"/>
              <a:defRPr/>
            </a:lvl8pPr>
            <a:lvl9pPr marL="4114800" lvl="8" indent="-342900" algn="l" rtl="0">
              <a:lnSpc>
                <a:spcPct val="90000"/>
              </a:lnSpc>
              <a:spcBef>
                <a:spcPts val="1600"/>
              </a:spcBef>
              <a:spcAft>
                <a:spcPts val="1600"/>
              </a:spcAft>
              <a:buClr>
                <a:schemeClr val="dk1"/>
              </a:buClr>
              <a:buSzPts val="1800"/>
              <a:buChar char="■"/>
              <a:defRPr/>
            </a:lvl9pPr>
          </a:lstStyle>
          <a:p>
            <a:endParaRPr/>
          </a:p>
        </p:txBody>
      </p:sp>
      <p:sp>
        <p:nvSpPr>
          <p:cNvPr id="66" name="Google Shape;66;g1ff40872408_0_1005"/>
          <p:cNvSpPr txBox="1">
            <a:spLocks noGrp="1"/>
          </p:cNvSpPr>
          <p:nvPr>
            <p:ph type="body" idx="3"/>
          </p:nvPr>
        </p:nvSpPr>
        <p:spPr>
          <a:xfrm>
            <a:off x="6662168" y="2178908"/>
            <a:ext cx="5021100" cy="654900"/>
          </a:xfrm>
          <a:prstGeom prst="rect">
            <a:avLst/>
          </a:prstGeom>
          <a:noFill/>
          <a:ln>
            <a:noFill/>
          </a:ln>
        </p:spPr>
        <p:txBody>
          <a:bodyPr spcFirstLastPara="1" wrap="square" lIns="91425" tIns="45700" rIns="91425" bIns="45700" anchor="b" anchorCtr="0">
            <a:normAutofit/>
          </a:bodyPr>
          <a:lstStyle>
            <a:lvl1pPr marL="457200" lvl="0" indent="-228600" algn="l" rtl="0">
              <a:lnSpc>
                <a:spcPct val="110000"/>
              </a:lnSpc>
              <a:spcBef>
                <a:spcPts val="1000"/>
              </a:spcBef>
              <a:spcAft>
                <a:spcPts val="0"/>
              </a:spcAft>
              <a:buClr>
                <a:schemeClr val="dk1"/>
              </a:buClr>
              <a:buSzPts val="2200"/>
              <a:buNone/>
              <a:defRPr sz="2200" b="0" i="1"/>
            </a:lvl1pPr>
            <a:lvl2pPr marL="914400" lvl="1" indent="-228600" algn="l" rtl="0">
              <a:lnSpc>
                <a:spcPct val="110000"/>
              </a:lnSpc>
              <a:spcBef>
                <a:spcPts val="1600"/>
              </a:spcBef>
              <a:spcAft>
                <a:spcPts val="0"/>
              </a:spcAft>
              <a:buClr>
                <a:schemeClr val="dk1"/>
              </a:buClr>
              <a:buSzPts val="2000"/>
              <a:buNone/>
              <a:defRPr sz="2000" b="1"/>
            </a:lvl2pPr>
            <a:lvl3pPr marL="1371600" lvl="2" indent="-228600" algn="l" rtl="0">
              <a:lnSpc>
                <a:spcPct val="110000"/>
              </a:lnSpc>
              <a:spcBef>
                <a:spcPts val="1600"/>
              </a:spcBef>
              <a:spcAft>
                <a:spcPts val="0"/>
              </a:spcAft>
              <a:buClr>
                <a:schemeClr val="dk1"/>
              </a:buClr>
              <a:buSzPts val="1800"/>
              <a:buNone/>
              <a:defRPr sz="1800" b="1"/>
            </a:lvl3pPr>
            <a:lvl4pPr marL="1828800" lvl="3" indent="-228600" algn="l" rtl="0">
              <a:lnSpc>
                <a:spcPct val="110000"/>
              </a:lnSpc>
              <a:spcBef>
                <a:spcPts val="1600"/>
              </a:spcBef>
              <a:spcAft>
                <a:spcPts val="0"/>
              </a:spcAft>
              <a:buClr>
                <a:schemeClr val="dk1"/>
              </a:buClr>
              <a:buSzPts val="1600"/>
              <a:buNone/>
              <a:defRPr sz="1600" b="1"/>
            </a:lvl4pPr>
            <a:lvl5pPr marL="2286000" lvl="4" indent="-228600" algn="l" rtl="0">
              <a:lnSpc>
                <a:spcPct val="110000"/>
              </a:lnSpc>
              <a:spcBef>
                <a:spcPts val="1600"/>
              </a:spcBef>
              <a:spcAft>
                <a:spcPts val="0"/>
              </a:spcAft>
              <a:buClr>
                <a:schemeClr val="dk1"/>
              </a:buClr>
              <a:buSzPts val="1600"/>
              <a:buNone/>
              <a:defRPr sz="1600" b="1"/>
            </a:lvl5pPr>
            <a:lvl6pPr marL="2743200" lvl="5" indent="-228600" algn="l" rtl="0">
              <a:lnSpc>
                <a:spcPct val="90000"/>
              </a:lnSpc>
              <a:spcBef>
                <a:spcPts val="1600"/>
              </a:spcBef>
              <a:spcAft>
                <a:spcPts val="0"/>
              </a:spcAft>
              <a:buClr>
                <a:schemeClr val="dk1"/>
              </a:buClr>
              <a:buSzPts val="1600"/>
              <a:buNone/>
              <a:defRPr sz="1600" b="1"/>
            </a:lvl6pPr>
            <a:lvl7pPr marL="3200400" lvl="6" indent="-228600" algn="l" rtl="0">
              <a:lnSpc>
                <a:spcPct val="90000"/>
              </a:lnSpc>
              <a:spcBef>
                <a:spcPts val="1600"/>
              </a:spcBef>
              <a:spcAft>
                <a:spcPts val="0"/>
              </a:spcAft>
              <a:buClr>
                <a:schemeClr val="dk1"/>
              </a:buClr>
              <a:buSzPts val="1600"/>
              <a:buNone/>
              <a:defRPr sz="1600" b="1"/>
            </a:lvl7pPr>
            <a:lvl8pPr marL="3657600" lvl="7" indent="-228600" algn="l" rtl="0">
              <a:lnSpc>
                <a:spcPct val="90000"/>
              </a:lnSpc>
              <a:spcBef>
                <a:spcPts val="1600"/>
              </a:spcBef>
              <a:spcAft>
                <a:spcPts val="0"/>
              </a:spcAft>
              <a:buClr>
                <a:schemeClr val="dk1"/>
              </a:buClr>
              <a:buSzPts val="1600"/>
              <a:buNone/>
              <a:defRPr sz="1600" b="1"/>
            </a:lvl8pPr>
            <a:lvl9pPr marL="4114800" lvl="8" indent="-228600" algn="l" rtl="0">
              <a:lnSpc>
                <a:spcPct val="90000"/>
              </a:lnSpc>
              <a:spcBef>
                <a:spcPts val="1600"/>
              </a:spcBef>
              <a:spcAft>
                <a:spcPts val="1600"/>
              </a:spcAft>
              <a:buClr>
                <a:schemeClr val="dk1"/>
              </a:buClr>
              <a:buSzPts val="1600"/>
              <a:buNone/>
              <a:defRPr sz="1600" b="1"/>
            </a:lvl9pPr>
          </a:lstStyle>
          <a:p>
            <a:endParaRPr/>
          </a:p>
        </p:txBody>
      </p:sp>
      <p:sp>
        <p:nvSpPr>
          <p:cNvPr id="67" name="Google Shape;67;g1ff40872408_0_1005"/>
          <p:cNvSpPr txBox="1">
            <a:spLocks noGrp="1"/>
          </p:cNvSpPr>
          <p:nvPr>
            <p:ph type="body" idx="4"/>
          </p:nvPr>
        </p:nvSpPr>
        <p:spPr>
          <a:xfrm>
            <a:off x="6662168" y="2876085"/>
            <a:ext cx="5021100" cy="3322800"/>
          </a:xfrm>
          <a:prstGeom prst="rect">
            <a:avLst/>
          </a:prstGeom>
          <a:noFill/>
          <a:ln>
            <a:noFill/>
          </a:ln>
        </p:spPr>
        <p:txBody>
          <a:bodyPr spcFirstLastPara="1" wrap="square" lIns="91425" tIns="45700" rIns="91425" bIns="45700" anchor="t" anchorCtr="0">
            <a:normAutofit/>
          </a:bodyPr>
          <a:lstStyle>
            <a:lvl1pPr marL="457200" lvl="0" indent="-342900" algn="l" rtl="0">
              <a:lnSpc>
                <a:spcPct val="110000"/>
              </a:lnSpc>
              <a:spcBef>
                <a:spcPts val="1000"/>
              </a:spcBef>
              <a:spcAft>
                <a:spcPts val="0"/>
              </a:spcAft>
              <a:buClr>
                <a:schemeClr val="dk1"/>
              </a:buClr>
              <a:buSzPts val="1800"/>
              <a:buChar char="●"/>
              <a:defRPr/>
            </a:lvl1pPr>
            <a:lvl2pPr marL="914400" lvl="1" indent="-342900" algn="l" rtl="0">
              <a:lnSpc>
                <a:spcPct val="110000"/>
              </a:lnSpc>
              <a:spcBef>
                <a:spcPts val="1600"/>
              </a:spcBef>
              <a:spcAft>
                <a:spcPts val="0"/>
              </a:spcAft>
              <a:buClr>
                <a:schemeClr val="dk1"/>
              </a:buClr>
              <a:buSzPts val="1800"/>
              <a:buChar char="○"/>
              <a:defRPr/>
            </a:lvl2pPr>
            <a:lvl3pPr marL="1371600" lvl="2" indent="-342900" algn="l" rtl="0">
              <a:lnSpc>
                <a:spcPct val="110000"/>
              </a:lnSpc>
              <a:spcBef>
                <a:spcPts val="1600"/>
              </a:spcBef>
              <a:spcAft>
                <a:spcPts val="0"/>
              </a:spcAft>
              <a:buClr>
                <a:schemeClr val="dk1"/>
              </a:buClr>
              <a:buSzPts val="1800"/>
              <a:buChar char="■"/>
              <a:defRPr/>
            </a:lvl3pPr>
            <a:lvl4pPr marL="1828800" lvl="3" indent="-342900" algn="l" rtl="0">
              <a:lnSpc>
                <a:spcPct val="110000"/>
              </a:lnSpc>
              <a:spcBef>
                <a:spcPts val="1600"/>
              </a:spcBef>
              <a:spcAft>
                <a:spcPts val="0"/>
              </a:spcAft>
              <a:buClr>
                <a:schemeClr val="dk1"/>
              </a:buClr>
              <a:buSzPts val="1800"/>
              <a:buChar char="●"/>
              <a:defRPr/>
            </a:lvl4pPr>
            <a:lvl5pPr marL="2286000" lvl="4" indent="-342900" algn="l" rtl="0">
              <a:lnSpc>
                <a:spcPct val="110000"/>
              </a:lnSpc>
              <a:spcBef>
                <a:spcPts val="1600"/>
              </a:spcBef>
              <a:spcAft>
                <a:spcPts val="0"/>
              </a:spcAft>
              <a:buClr>
                <a:schemeClr val="dk1"/>
              </a:buClr>
              <a:buSzPts val="1800"/>
              <a:buChar char="○"/>
              <a:defRPr/>
            </a:lvl5pPr>
            <a:lvl6pPr marL="2743200" lvl="5" indent="-342900" algn="l" rtl="0">
              <a:lnSpc>
                <a:spcPct val="90000"/>
              </a:lnSpc>
              <a:spcBef>
                <a:spcPts val="1600"/>
              </a:spcBef>
              <a:spcAft>
                <a:spcPts val="0"/>
              </a:spcAft>
              <a:buClr>
                <a:schemeClr val="dk1"/>
              </a:buClr>
              <a:buSzPts val="1800"/>
              <a:buChar char="■"/>
              <a:defRPr/>
            </a:lvl6pPr>
            <a:lvl7pPr marL="3200400" lvl="6" indent="-342900" algn="l" rtl="0">
              <a:lnSpc>
                <a:spcPct val="90000"/>
              </a:lnSpc>
              <a:spcBef>
                <a:spcPts val="1600"/>
              </a:spcBef>
              <a:spcAft>
                <a:spcPts val="0"/>
              </a:spcAft>
              <a:buClr>
                <a:schemeClr val="dk1"/>
              </a:buClr>
              <a:buSzPts val="1800"/>
              <a:buChar char="●"/>
              <a:defRPr/>
            </a:lvl7pPr>
            <a:lvl8pPr marL="3657600" lvl="7" indent="-342900" algn="l" rtl="0">
              <a:lnSpc>
                <a:spcPct val="90000"/>
              </a:lnSpc>
              <a:spcBef>
                <a:spcPts val="1600"/>
              </a:spcBef>
              <a:spcAft>
                <a:spcPts val="0"/>
              </a:spcAft>
              <a:buClr>
                <a:schemeClr val="dk1"/>
              </a:buClr>
              <a:buSzPts val="1800"/>
              <a:buChar char="○"/>
              <a:defRPr/>
            </a:lvl8pPr>
            <a:lvl9pPr marL="4114800" lvl="8" indent="-342900" algn="l" rtl="0">
              <a:lnSpc>
                <a:spcPct val="90000"/>
              </a:lnSpc>
              <a:spcBef>
                <a:spcPts val="1600"/>
              </a:spcBef>
              <a:spcAft>
                <a:spcPts val="1600"/>
              </a:spcAft>
              <a:buClr>
                <a:schemeClr val="dk1"/>
              </a:buClr>
              <a:buSzPts val="1800"/>
              <a:buChar char="■"/>
              <a:defRPr/>
            </a:lvl9pPr>
          </a:lstStyle>
          <a:p>
            <a:endParaRPr/>
          </a:p>
        </p:txBody>
      </p:sp>
      <p:sp>
        <p:nvSpPr>
          <p:cNvPr id="68" name="Google Shape;68;g1ff40872408_0_1005"/>
          <p:cNvSpPr txBox="1">
            <a:spLocks noGrp="1"/>
          </p:cNvSpPr>
          <p:nvPr>
            <p:ph type="dt" idx="10"/>
          </p:nvPr>
        </p:nvSpPr>
        <p:spPr>
          <a:xfrm>
            <a:off x="517870" y="6420414"/>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g1ff40872408_0_1005"/>
          <p:cNvSpPr txBox="1">
            <a:spLocks noGrp="1"/>
          </p:cNvSpPr>
          <p:nvPr>
            <p:ph type="ftr" idx="11"/>
          </p:nvPr>
        </p:nvSpPr>
        <p:spPr>
          <a:xfrm>
            <a:off x="517870" y="97713"/>
            <a:ext cx="41148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g1ff40872408_0_1005"/>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g1ff40872408_0_94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1pPr>
            <a:lvl2pPr lvl="1"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2pPr>
            <a:lvl3pPr lvl="2"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3pPr>
            <a:lvl4pPr lvl="3"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4pPr>
            <a:lvl5pPr lvl="4"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5pPr>
            <a:lvl6pPr lvl="5"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6pPr>
            <a:lvl7pPr lvl="6"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7pPr>
            <a:lvl8pPr lvl="7"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8pPr>
            <a:lvl9pPr lvl="8"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9pPr>
          </a:lstStyle>
          <a:p>
            <a:endParaRPr/>
          </a:p>
        </p:txBody>
      </p:sp>
      <p:sp>
        <p:nvSpPr>
          <p:cNvPr id="7" name="Google Shape;7;g1ff40872408_0_94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rtl="0">
              <a:lnSpc>
                <a:spcPct val="115000"/>
              </a:lnSpc>
              <a:spcBef>
                <a:spcPts val="0"/>
              </a:spcBef>
              <a:spcAft>
                <a:spcPts val="0"/>
              </a:spcAft>
              <a:buClr>
                <a:schemeClr val="accent3"/>
              </a:buClr>
              <a:buSzPts val="2400"/>
              <a:buFont typeface="Average"/>
              <a:buChar char="●"/>
              <a:defRPr sz="2400">
                <a:solidFill>
                  <a:schemeClr val="accent3"/>
                </a:solidFill>
                <a:latin typeface="Average"/>
                <a:ea typeface="Average"/>
                <a:cs typeface="Average"/>
                <a:sym typeface="Average"/>
              </a:defRPr>
            </a:lvl1pPr>
            <a:lvl2pPr marL="914400" lvl="1"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2pPr>
            <a:lvl3pPr marL="1371600" lvl="2"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3pPr>
            <a:lvl4pPr marL="1828800" lvl="3"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4pPr>
            <a:lvl5pPr marL="2286000" lvl="4"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5pPr>
            <a:lvl6pPr marL="2743200" lvl="5"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6pPr>
            <a:lvl7pPr marL="3200400" lvl="6"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7pPr>
            <a:lvl8pPr marL="3657600" lvl="7"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8pPr>
            <a:lvl9pPr marL="4114800" lvl="8"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9pPr>
          </a:lstStyle>
          <a:p>
            <a:endParaRPr/>
          </a:p>
        </p:txBody>
      </p:sp>
      <p:sp>
        <p:nvSpPr>
          <p:cNvPr id="8" name="Google Shape;8;g1ff40872408_0_949"/>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lvl="0" algn="r" rtl="0">
              <a:buNone/>
              <a:defRPr sz="1300">
                <a:solidFill>
                  <a:schemeClr val="accent3"/>
                </a:solidFill>
                <a:latin typeface="Average"/>
                <a:ea typeface="Average"/>
                <a:cs typeface="Average"/>
                <a:sym typeface="Average"/>
              </a:defRPr>
            </a:lvl1pPr>
            <a:lvl2pPr lvl="1" algn="r" rtl="0">
              <a:buNone/>
              <a:defRPr sz="1300">
                <a:solidFill>
                  <a:schemeClr val="accent3"/>
                </a:solidFill>
                <a:latin typeface="Average"/>
                <a:ea typeface="Average"/>
                <a:cs typeface="Average"/>
                <a:sym typeface="Average"/>
              </a:defRPr>
            </a:lvl2pPr>
            <a:lvl3pPr lvl="2" algn="r" rtl="0">
              <a:buNone/>
              <a:defRPr sz="1300">
                <a:solidFill>
                  <a:schemeClr val="accent3"/>
                </a:solidFill>
                <a:latin typeface="Average"/>
                <a:ea typeface="Average"/>
                <a:cs typeface="Average"/>
                <a:sym typeface="Average"/>
              </a:defRPr>
            </a:lvl3pPr>
            <a:lvl4pPr lvl="3" algn="r" rtl="0">
              <a:buNone/>
              <a:defRPr sz="1300">
                <a:solidFill>
                  <a:schemeClr val="accent3"/>
                </a:solidFill>
                <a:latin typeface="Average"/>
                <a:ea typeface="Average"/>
                <a:cs typeface="Average"/>
                <a:sym typeface="Average"/>
              </a:defRPr>
            </a:lvl4pPr>
            <a:lvl5pPr lvl="4" algn="r" rtl="0">
              <a:buNone/>
              <a:defRPr sz="1300">
                <a:solidFill>
                  <a:schemeClr val="accent3"/>
                </a:solidFill>
                <a:latin typeface="Average"/>
                <a:ea typeface="Average"/>
                <a:cs typeface="Average"/>
                <a:sym typeface="Average"/>
              </a:defRPr>
            </a:lvl5pPr>
            <a:lvl6pPr lvl="5" algn="r" rtl="0">
              <a:buNone/>
              <a:defRPr sz="1300">
                <a:solidFill>
                  <a:schemeClr val="accent3"/>
                </a:solidFill>
                <a:latin typeface="Average"/>
                <a:ea typeface="Average"/>
                <a:cs typeface="Average"/>
                <a:sym typeface="Average"/>
              </a:defRPr>
            </a:lvl6pPr>
            <a:lvl7pPr lvl="6" algn="r" rtl="0">
              <a:buNone/>
              <a:defRPr sz="1300">
                <a:solidFill>
                  <a:schemeClr val="accent3"/>
                </a:solidFill>
                <a:latin typeface="Average"/>
                <a:ea typeface="Average"/>
                <a:cs typeface="Average"/>
                <a:sym typeface="Average"/>
              </a:defRPr>
            </a:lvl7pPr>
            <a:lvl8pPr lvl="7" algn="r" rtl="0">
              <a:buNone/>
              <a:defRPr sz="1300">
                <a:solidFill>
                  <a:schemeClr val="accent3"/>
                </a:solidFill>
                <a:latin typeface="Average"/>
                <a:ea typeface="Average"/>
                <a:cs typeface="Average"/>
                <a:sym typeface="Average"/>
              </a:defRPr>
            </a:lvl8pPr>
            <a:lvl9pPr lvl="8" algn="r" rtl="0">
              <a:buNone/>
              <a:defRPr sz="13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5" r:id="rId4"/>
    <p:sldLayoutId id="2147483656" r:id="rId5"/>
    <p:sldLayoutId id="2147483657" r:id="rId6"/>
    <p:sldLayoutId id="2147483658" r:id="rId7"/>
    <p:sldLayoutId id="2147483660" r:id="rId8"/>
    <p:sldLayoutId id="214748366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kaggle.com/datasets/olistbr/brazilian-ecommerce#olist_products_dataset.csv" TargetMode="External"/><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6" name="Google Shape;96;p1"/>
          <p:cNvSpPr/>
          <p:nvPr/>
        </p:nvSpPr>
        <p:spPr>
          <a:xfrm>
            <a:off x="0" y="-2"/>
            <a:ext cx="12192000" cy="6858001"/>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7" name="Google Shape;97;p1" descr="Tela de Fundo de Tecnologia de Rede"/>
          <p:cNvPicPr preferRelativeResize="0"/>
          <p:nvPr/>
        </p:nvPicPr>
        <p:blipFill rotWithShape="1">
          <a:blip r:embed="rId3">
            <a:alphaModFix amt="40000"/>
          </a:blip>
          <a:srcRect b="3433"/>
          <a:stretch/>
        </p:blipFill>
        <p:spPr>
          <a:xfrm>
            <a:off x="-2" y="-2"/>
            <a:ext cx="12192001" cy="6858001"/>
          </a:xfrm>
          <a:prstGeom prst="rect">
            <a:avLst/>
          </a:prstGeom>
          <a:noFill/>
          <a:ln>
            <a:noFill/>
          </a:ln>
        </p:spPr>
      </p:pic>
      <p:sp>
        <p:nvSpPr>
          <p:cNvPr id="98" name="Google Shape;98;p1"/>
          <p:cNvSpPr txBox="1">
            <a:spLocks noGrp="1"/>
          </p:cNvSpPr>
          <p:nvPr>
            <p:ph type="ctrTitle"/>
          </p:nvPr>
        </p:nvSpPr>
        <p:spPr>
          <a:xfrm>
            <a:off x="517870" y="978408"/>
            <a:ext cx="5021182" cy="233424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4600"/>
              <a:buFont typeface="Arial"/>
              <a:buNone/>
            </a:pPr>
            <a:endParaRPr sz="4600">
              <a:solidFill>
                <a:srgbClr val="FFFFFF"/>
              </a:solidFill>
            </a:endParaRPr>
          </a:p>
          <a:p>
            <a:pPr marL="0" lvl="0" indent="0" algn="ctr" rtl="0">
              <a:lnSpc>
                <a:spcPct val="90000"/>
              </a:lnSpc>
              <a:spcBef>
                <a:spcPts val="0"/>
              </a:spcBef>
              <a:spcAft>
                <a:spcPts val="0"/>
              </a:spcAft>
              <a:buClr>
                <a:srgbClr val="FFFFFF"/>
              </a:buClr>
              <a:buSzPts val="4600"/>
              <a:buFont typeface="Arial"/>
              <a:buNone/>
            </a:pPr>
            <a:r>
              <a:rPr lang="en-US" sz="4600">
                <a:solidFill>
                  <a:srgbClr val="FFFFFF"/>
                </a:solidFill>
              </a:rPr>
              <a:t>ATP – Inteligência Analítica em Negócios</a:t>
            </a:r>
            <a:endParaRPr/>
          </a:p>
        </p:txBody>
      </p:sp>
      <p:sp>
        <p:nvSpPr>
          <p:cNvPr id="99" name="Google Shape;99;p1"/>
          <p:cNvSpPr txBox="1">
            <a:spLocks noGrp="1"/>
          </p:cNvSpPr>
          <p:nvPr>
            <p:ph type="subTitle" idx="1"/>
          </p:nvPr>
        </p:nvSpPr>
        <p:spPr>
          <a:xfrm>
            <a:off x="517875" y="3703523"/>
            <a:ext cx="10442700" cy="25029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00000"/>
              </a:lnSpc>
              <a:spcBef>
                <a:spcPts val="0"/>
              </a:spcBef>
              <a:spcAft>
                <a:spcPts val="0"/>
              </a:spcAft>
              <a:buClr>
                <a:srgbClr val="FFFFFF"/>
              </a:buClr>
              <a:buSzPct val="64705"/>
              <a:buNone/>
            </a:pPr>
            <a:r>
              <a:rPr lang="en-US" sz="3400" dirty="0" err="1">
                <a:solidFill>
                  <a:srgbClr val="FFFFFF"/>
                </a:solidFill>
              </a:rPr>
              <a:t>Análise</a:t>
            </a:r>
            <a:r>
              <a:rPr lang="en-US" sz="3400" dirty="0">
                <a:solidFill>
                  <a:srgbClr val="FFFFFF"/>
                </a:solidFill>
              </a:rPr>
              <a:t> e </a:t>
            </a:r>
            <a:r>
              <a:rPr lang="en-US" sz="3400" dirty="0" err="1">
                <a:solidFill>
                  <a:srgbClr val="FFFFFF"/>
                </a:solidFill>
              </a:rPr>
              <a:t>desenvolvimento</a:t>
            </a:r>
            <a:r>
              <a:rPr lang="en-US" sz="3400" dirty="0">
                <a:solidFill>
                  <a:srgbClr val="FFFFFF"/>
                </a:solidFill>
              </a:rPr>
              <a:t> de </a:t>
            </a:r>
            <a:r>
              <a:rPr lang="en-US" sz="3400" dirty="0" err="1">
                <a:solidFill>
                  <a:srgbClr val="FFFFFF"/>
                </a:solidFill>
              </a:rPr>
              <a:t>Sistemas</a:t>
            </a:r>
            <a:endParaRPr sz="3400" dirty="0">
              <a:solidFill>
                <a:srgbClr val="FFFFFF"/>
              </a:solidFill>
            </a:endParaRPr>
          </a:p>
          <a:p>
            <a:pPr marL="0" lvl="0" indent="0" algn="l" rtl="0">
              <a:lnSpc>
                <a:spcPct val="100000"/>
              </a:lnSpc>
              <a:spcBef>
                <a:spcPts val="0"/>
              </a:spcBef>
              <a:spcAft>
                <a:spcPts val="0"/>
              </a:spcAft>
              <a:buClr>
                <a:srgbClr val="FFFFFF"/>
              </a:buClr>
              <a:buSzPct val="78571"/>
              <a:buNone/>
            </a:pPr>
            <a:endParaRPr dirty="0">
              <a:solidFill>
                <a:srgbClr val="FFFFFF"/>
              </a:solidFill>
            </a:endParaRPr>
          </a:p>
          <a:p>
            <a:pPr marL="0" lvl="0" indent="0" algn="l" rtl="0">
              <a:lnSpc>
                <a:spcPct val="100000"/>
              </a:lnSpc>
              <a:spcBef>
                <a:spcPts val="1000"/>
              </a:spcBef>
              <a:spcAft>
                <a:spcPts val="0"/>
              </a:spcAft>
              <a:buClr>
                <a:srgbClr val="FFFFFF"/>
              </a:buClr>
              <a:buSzPct val="81481"/>
              <a:buNone/>
            </a:pPr>
            <a:r>
              <a:rPr lang="en-US" sz="2700" dirty="0" err="1">
                <a:solidFill>
                  <a:srgbClr val="FFFFFF"/>
                </a:solidFill>
              </a:rPr>
              <a:t>Alunos</a:t>
            </a:r>
            <a:r>
              <a:rPr lang="en-US" sz="2700" dirty="0">
                <a:solidFill>
                  <a:srgbClr val="FFFFFF"/>
                </a:solidFill>
              </a:rPr>
              <a:t>: </a:t>
            </a:r>
          </a:p>
          <a:p>
            <a:pPr marL="457200" lvl="0" indent="0" algn="l" rtl="0">
              <a:lnSpc>
                <a:spcPct val="100000"/>
              </a:lnSpc>
              <a:spcBef>
                <a:spcPts val="1000"/>
              </a:spcBef>
              <a:spcAft>
                <a:spcPts val="0"/>
              </a:spcAft>
              <a:buClr>
                <a:srgbClr val="FFFFFF"/>
              </a:buClr>
              <a:buSzPct val="81481"/>
              <a:buNone/>
            </a:pPr>
            <a:r>
              <a:rPr lang="en-US" sz="2700" dirty="0">
                <a:solidFill>
                  <a:srgbClr val="FFFFFF"/>
                </a:solidFill>
              </a:rPr>
              <a:t>João Henrique da Silva Ribeiro</a:t>
            </a:r>
            <a:endParaRPr sz="2700" dirty="0">
              <a:solidFill>
                <a:srgbClr val="FFFFFF"/>
              </a:solidFill>
            </a:endParaRPr>
          </a:p>
          <a:p>
            <a:pPr marL="457200" lvl="0" indent="0" algn="l" rtl="0">
              <a:lnSpc>
                <a:spcPct val="100000"/>
              </a:lnSpc>
              <a:spcBef>
                <a:spcPts val="1000"/>
              </a:spcBef>
              <a:spcAft>
                <a:spcPts val="0"/>
              </a:spcAft>
              <a:buClr>
                <a:srgbClr val="FFFFFF"/>
              </a:buClr>
              <a:buSzPct val="81481"/>
              <a:buNone/>
            </a:pPr>
            <a:r>
              <a:rPr lang="en-US" sz="2700" dirty="0">
                <a:solidFill>
                  <a:srgbClr val="FFFFFF"/>
                </a:solidFill>
              </a:rPr>
              <a:t>Julia </a:t>
            </a:r>
            <a:r>
              <a:rPr lang="en-US" sz="2700" dirty="0" err="1">
                <a:solidFill>
                  <a:srgbClr val="FFFFFF"/>
                </a:solidFill>
              </a:rPr>
              <a:t>Padilha</a:t>
            </a:r>
            <a:r>
              <a:rPr lang="en-US" sz="2700" dirty="0">
                <a:solidFill>
                  <a:srgbClr val="FFFFFF"/>
                </a:solidFill>
              </a:rPr>
              <a:t> da Rosa</a:t>
            </a:r>
            <a:endParaRPr sz="2700" dirty="0">
              <a:solidFill>
                <a:srgbClr val="FFFFFF"/>
              </a:solidFill>
            </a:endParaRPr>
          </a:p>
          <a:p>
            <a:pPr marL="457200" lvl="0" indent="0" algn="l" rtl="0">
              <a:lnSpc>
                <a:spcPct val="100000"/>
              </a:lnSpc>
              <a:spcBef>
                <a:spcPts val="1000"/>
              </a:spcBef>
              <a:spcAft>
                <a:spcPts val="0"/>
              </a:spcAft>
              <a:buClr>
                <a:srgbClr val="FFFFFF"/>
              </a:buClr>
              <a:buSzPct val="81481"/>
              <a:buNone/>
            </a:pPr>
            <a:r>
              <a:rPr lang="en-US" sz="2700" dirty="0">
                <a:solidFill>
                  <a:srgbClr val="FFFFFF"/>
                </a:solidFill>
              </a:rPr>
              <a:t>Vanessa Milani </a:t>
            </a:r>
            <a:r>
              <a:rPr lang="en-US" sz="2700" dirty="0" err="1">
                <a:solidFill>
                  <a:srgbClr val="FFFFFF"/>
                </a:solidFill>
              </a:rPr>
              <a:t>Ratusznei</a:t>
            </a:r>
            <a:r>
              <a:rPr lang="en-US" sz="2700" dirty="0">
                <a:solidFill>
                  <a:srgbClr val="FFFFFF"/>
                </a:solidFill>
              </a:rPr>
              <a:t> </a:t>
            </a:r>
          </a:p>
          <a:p>
            <a:pPr marL="457200" lvl="0" indent="0" algn="l" rtl="0">
              <a:lnSpc>
                <a:spcPct val="100000"/>
              </a:lnSpc>
              <a:spcBef>
                <a:spcPts val="1000"/>
              </a:spcBef>
              <a:spcAft>
                <a:spcPts val="0"/>
              </a:spcAft>
              <a:buClr>
                <a:srgbClr val="FFFFFF"/>
              </a:buClr>
              <a:buSzPct val="81481"/>
              <a:buNone/>
            </a:pPr>
            <a:r>
              <a:rPr lang="en-US" sz="2700" dirty="0">
                <a:solidFill>
                  <a:srgbClr val="FFFFFF"/>
                </a:solidFill>
              </a:rPr>
              <a:t>Simone </a:t>
            </a:r>
            <a:r>
              <a:rPr lang="en-US" sz="2700" dirty="0" err="1">
                <a:solidFill>
                  <a:srgbClr val="FFFFFF"/>
                </a:solidFill>
              </a:rPr>
              <a:t>Tocheto</a:t>
            </a:r>
            <a:r>
              <a:rPr lang="en-US" sz="2700" dirty="0">
                <a:solidFill>
                  <a:srgbClr val="FFFFFF"/>
                </a:solidFill>
              </a:rPr>
              <a:t> Schiller</a:t>
            </a:r>
            <a:endParaRPr sz="2700" dirty="0"/>
          </a:p>
        </p:txBody>
      </p:sp>
      <p:sp>
        <p:nvSpPr>
          <p:cNvPr id="100" name="Google Shape;100;p1"/>
          <p:cNvSpPr/>
          <p:nvPr/>
        </p:nvSpPr>
        <p:spPr>
          <a:xfrm>
            <a:off x="517870" y="508090"/>
            <a:ext cx="5021183" cy="149279"/>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6" name="Google Shape;106;p2"/>
          <p:cNvSpPr txBox="1">
            <a:spLocks noGrp="1"/>
          </p:cNvSpPr>
          <p:nvPr>
            <p:ph type="title"/>
          </p:nvPr>
        </p:nvSpPr>
        <p:spPr>
          <a:xfrm>
            <a:off x="548700" y="1123638"/>
            <a:ext cx="4033500" cy="95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5300"/>
              <a:buFont typeface="Arial"/>
              <a:buNone/>
            </a:pPr>
            <a:r>
              <a:rPr lang="en-US" sz="3000" dirty="0"/>
              <a:t>Dataset da </a:t>
            </a:r>
            <a:r>
              <a:rPr lang="en-US" sz="3000" dirty="0" err="1"/>
              <a:t>empresa</a:t>
            </a:r>
            <a:r>
              <a:rPr lang="en-US" sz="3000" dirty="0"/>
              <a:t> </a:t>
            </a:r>
            <a:r>
              <a:rPr lang="en-US" sz="3000" dirty="0" err="1"/>
              <a:t>Olist</a:t>
            </a:r>
            <a:r>
              <a:rPr lang="en-US" sz="3000" dirty="0"/>
              <a:t> store</a:t>
            </a:r>
            <a:br>
              <a:rPr lang="en-US" sz="3000" dirty="0"/>
            </a:br>
            <a:br>
              <a:rPr lang="en-US" sz="3000" dirty="0"/>
            </a:br>
            <a:endParaRPr sz="3000" dirty="0"/>
          </a:p>
        </p:txBody>
      </p:sp>
      <p:sp>
        <p:nvSpPr>
          <p:cNvPr id="107" name="Google Shape;107;p2"/>
          <p:cNvSpPr/>
          <p:nvPr/>
        </p:nvSpPr>
        <p:spPr>
          <a:xfrm>
            <a:off x="517871" y="508090"/>
            <a:ext cx="4033368"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2"/>
          <p:cNvSpPr/>
          <p:nvPr/>
        </p:nvSpPr>
        <p:spPr>
          <a:xfrm>
            <a:off x="5067067" y="611650"/>
            <a:ext cx="6616285"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9" name="Google Shape;109;p2"/>
          <p:cNvSpPr txBox="1">
            <a:spLocks noGrp="1"/>
          </p:cNvSpPr>
          <p:nvPr>
            <p:ph type="body" idx="1"/>
          </p:nvPr>
        </p:nvSpPr>
        <p:spPr>
          <a:xfrm>
            <a:off x="5067067" y="976160"/>
            <a:ext cx="6620256" cy="5371798"/>
          </a:xfrm>
          <a:prstGeom prst="rect">
            <a:avLst/>
          </a:prstGeom>
          <a:noFill/>
          <a:ln>
            <a:noFill/>
          </a:ln>
        </p:spPr>
        <p:txBody>
          <a:bodyPr spcFirstLastPara="1" wrap="square" lIns="91425" tIns="45700" rIns="91425" bIns="45700" anchor="t" anchorCtr="0">
            <a:normAutofit/>
          </a:bodyPr>
          <a:lstStyle/>
          <a:p>
            <a:pPr marL="0" lvl="0" indent="0" algn="just" rtl="0">
              <a:spcBef>
                <a:spcPts val="1000"/>
              </a:spcBef>
              <a:spcAft>
                <a:spcPts val="0"/>
              </a:spcAft>
              <a:buNone/>
            </a:pPr>
            <a:r>
              <a:rPr lang="en-US" sz="1600" dirty="0" err="1">
                <a:solidFill>
                  <a:schemeClr val="tx1"/>
                </a:solidFill>
                <a:latin typeface="Roboto" panose="020B0604020202020204" charset="0"/>
                <a:ea typeface="Roboto" panose="020B0604020202020204" charset="0"/>
              </a:rPr>
              <a:t>Olist</a:t>
            </a:r>
            <a:r>
              <a:rPr lang="en-US" sz="1600" dirty="0">
                <a:solidFill>
                  <a:schemeClr val="tx1"/>
                </a:solidFill>
                <a:latin typeface="Roboto" panose="020B0604020202020204" charset="0"/>
                <a:ea typeface="Roboto" panose="020B0604020202020204" charset="0"/>
              </a:rPr>
              <a:t>, o </a:t>
            </a:r>
            <a:r>
              <a:rPr lang="en-US" sz="1600" dirty="0" err="1">
                <a:solidFill>
                  <a:schemeClr val="tx1"/>
                </a:solidFill>
                <a:latin typeface="Roboto" panose="020B0604020202020204" charset="0"/>
                <a:ea typeface="Roboto" panose="020B0604020202020204" charset="0"/>
              </a:rPr>
              <a:t>unicórnio</a:t>
            </a:r>
            <a:r>
              <a:rPr lang="en-US" sz="1600" dirty="0">
                <a:solidFill>
                  <a:schemeClr val="tx1"/>
                </a:solidFill>
                <a:latin typeface="Roboto" panose="020B0604020202020204" charset="0"/>
                <a:ea typeface="Roboto" panose="020B0604020202020204" charset="0"/>
              </a:rPr>
              <a:t> do e-commerce, </a:t>
            </a:r>
            <a:r>
              <a:rPr lang="en-US" sz="1600" dirty="0" err="1">
                <a:solidFill>
                  <a:schemeClr val="tx1"/>
                </a:solidFill>
                <a:latin typeface="Roboto" panose="020B0604020202020204" charset="0"/>
                <a:ea typeface="Roboto" panose="020B0604020202020204" charset="0"/>
              </a:rPr>
              <a:t>foi</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fundado</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fevereiro</a:t>
            </a:r>
            <a:r>
              <a:rPr lang="en-US" sz="1600" dirty="0">
                <a:solidFill>
                  <a:schemeClr val="tx1"/>
                </a:solidFill>
                <a:latin typeface="Roboto" panose="020B0604020202020204" charset="0"/>
                <a:ea typeface="Roboto" panose="020B0604020202020204" charset="0"/>
              </a:rPr>
              <a:t> de 2015 </a:t>
            </a:r>
            <a:r>
              <a:rPr lang="en-US" sz="1600" dirty="0" err="1">
                <a:solidFill>
                  <a:schemeClr val="tx1"/>
                </a:solidFill>
                <a:latin typeface="Roboto" panose="020B0604020202020204" charset="0"/>
                <a:ea typeface="Roboto" panose="020B0604020202020204" charset="0"/>
              </a:rPr>
              <a:t>por</a:t>
            </a:r>
            <a:r>
              <a:rPr lang="en-US" sz="1600" dirty="0">
                <a:solidFill>
                  <a:schemeClr val="tx1"/>
                </a:solidFill>
                <a:latin typeface="Roboto" panose="020B0604020202020204" charset="0"/>
                <a:ea typeface="Roboto" panose="020B0604020202020204" charset="0"/>
              </a:rPr>
              <a:t> Tiago Dalvi. </a:t>
            </a:r>
            <a:r>
              <a:rPr lang="en-US" sz="1600" dirty="0" err="1">
                <a:solidFill>
                  <a:schemeClr val="tx1"/>
                </a:solidFill>
                <a:latin typeface="Roboto" panose="020B0604020202020204" charset="0"/>
                <a:ea typeface="Roboto" panose="020B0604020202020204" charset="0"/>
              </a:rPr>
              <a:t>Originou</a:t>
            </a:r>
            <a:r>
              <a:rPr lang="en-US" sz="1600" dirty="0">
                <a:solidFill>
                  <a:schemeClr val="tx1"/>
                </a:solidFill>
                <a:latin typeface="Roboto" panose="020B0604020202020204" charset="0"/>
                <a:ea typeface="Roboto" panose="020B0604020202020204" charset="0"/>
              </a:rPr>
              <a:t>-se da </a:t>
            </a:r>
            <a:r>
              <a:rPr lang="en-US" sz="1600" dirty="0" err="1">
                <a:solidFill>
                  <a:schemeClr val="tx1"/>
                </a:solidFill>
                <a:latin typeface="Roboto" panose="020B0604020202020204" charset="0"/>
                <a:ea typeface="Roboto" panose="020B0604020202020204" charset="0"/>
              </a:rPr>
              <a:t>Solidarium</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uma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empresa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criada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2007 </a:t>
            </a:r>
            <a:r>
              <a:rPr lang="en-US" sz="1600" dirty="0" err="1">
                <a:solidFill>
                  <a:schemeClr val="tx1"/>
                </a:solidFill>
                <a:latin typeface="Roboto" panose="020B0604020202020204" charset="0"/>
                <a:ea typeface="Roboto" panose="020B0604020202020204" charset="0"/>
              </a:rPr>
              <a:t>como</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uma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loja</a:t>
            </a:r>
            <a:r>
              <a:rPr lang="en-US" sz="1600" dirty="0">
                <a:solidFill>
                  <a:schemeClr val="tx1"/>
                </a:solidFill>
                <a:latin typeface="Roboto" panose="020B0604020202020204" charset="0"/>
                <a:ea typeface="Roboto" panose="020B0604020202020204" charset="0"/>
              </a:rPr>
              <a:t> de shopping que </a:t>
            </a:r>
            <a:r>
              <a:rPr lang="en-US" sz="1600" dirty="0" err="1">
                <a:solidFill>
                  <a:schemeClr val="tx1"/>
                </a:solidFill>
                <a:latin typeface="Roboto" panose="020B0604020202020204" charset="0"/>
                <a:ea typeface="Roboto" panose="020B0604020202020204" charset="0"/>
              </a:rPr>
              <a:t>mais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tarde</a:t>
            </a:r>
            <a:r>
              <a:rPr lang="en-US" sz="1600" dirty="0">
                <a:solidFill>
                  <a:schemeClr val="tx1"/>
                </a:solidFill>
                <a:latin typeface="Roboto" panose="020B0604020202020204" charset="0"/>
                <a:ea typeface="Roboto" panose="020B0604020202020204" charset="0"/>
              </a:rPr>
              <a:t> se </a:t>
            </a:r>
            <a:r>
              <a:rPr lang="en-US" sz="1600" dirty="0" err="1">
                <a:solidFill>
                  <a:schemeClr val="tx1"/>
                </a:solidFill>
                <a:latin typeface="Roboto" panose="020B0604020202020204" charset="0"/>
                <a:ea typeface="Roboto" panose="020B0604020202020204" charset="0"/>
              </a:rPr>
              <a:t>transformou</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um marketplace para a </a:t>
            </a:r>
            <a:r>
              <a:rPr lang="en-US" sz="1600" dirty="0" err="1">
                <a:solidFill>
                  <a:schemeClr val="tx1"/>
                </a:solidFill>
                <a:latin typeface="Roboto" panose="020B0604020202020204" charset="0"/>
                <a:ea typeface="Roboto" panose="020B0604020202020204" charset="0"/>
              </a:rPr>
              <a:t>venda</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produtos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artesanais</a:t>
            </a:r>
            <a:r>
              <a:rPr lang="en-US" sz="1600" dirty="0">
                <a:solidFill>
                  <a:schemeClr val="tx1"/>
                </a:solidFill>
                <a:latin typeface="Roboto" panose="020B0604020202020204" charset="0"/>
                <a:ea typeface="Roboto" panose="020B0604020202020204" charset="0"/>
              </a:rPr>
              <a:t>. É </a:t>
            </a:r>
            <a:r>
              <a:rPr lang="en-US" sz="1600" dirty="0" err="1">
                <a:solidFill>
                  <a:schemeClr val="tx1"/>
                </a:solidFill>
                <a:latin typeface="Roboto" panose="020B0604020202020204" charset="0"/>
                <a:ea typeface="Roboto" panose="020B0604020202020204" charset="0"/>
              </a:rPr>
              <a:t>uma</a:t>
            </a:r>
            <a:r>
              <a:rPr lang="en-US" sz="1600" dirty="0">
                <a:solidFill>
                  <a:schemeClr val="tx1"/>
                </a:solidFill>
                <a:latin typeface="Roboto" panose="020B0604020202020204" charset="0"/>
                <a:ea typeface="Roboto" panose="020B0604020202020204" charset="0"/>
              </a:rPr>
              <a:t> startup </a:t>
            </a:r>
            <a:r>
              <a:rPr lang="en-US" sz="1600" dirty="0" err="1">
                <a:solidFill>
                  <a:schemeClr val="tx1"/>
                </a:solidFill>
                <a:latin typeface="Roboto" panose="020B0604020202020204" charset="0"/>
                <a:ea typeface="Roboto" panose="020B0604020202020204" charset="0"/>
              </a:rPr>
              <a:t>brasileira</a:t>
            </a:r>
            <a:r>
              <a:rPr lang="en-US" sz="1600" dirty="0">
                <a:solidFill>
                  <a:schemeClr val="tx1"/>
                </a:solidFill>
                <a:latin typeface="Roboto" panose="020B0604020202020204" charset="0"/>
                <a:ea typeface="Roboto" panose="020B0604020202020204" charset="0"/>
              </a:rPr>
              <a:t> que </a:t>
            </a:r>
            <a:r>
              <a:rPr lang="en-US" sz="1600" dirty="0" err="1">
                <a:solidFill>
                  <a:schemeClr val="tx1"/>
                </a:solidFill>
                <a:latin typeface="Roboto" panose="020B0604020202020204" charset="0"/>
                <a:ea typeface="Roboto" panose="020B0604020202020204" charset="0"/>
              </a:rPr>
              <a:t>atua</a:t>
            </a:r>
            <a:r>
              <a:rPr lang="en-US" sz="1600" dirty="0">
                <a:solidFill>
                  <a:schemeClr val="tx1"/>
                </a:solidFill>
                <a:latin typeface="Roboto" panose="020B0604020202020204" charset="0"/>
                <a:ea typeface="Roboto" panose="020B0604020202020204" charset="0"/>
              </a:rPr>
              <a:t> no </a:t>
            </a:r>
            <a:r>
              <a:rPr lang="en-US" sz="1600" dirty="0" err="1">
                <a:solidFill>
                  <a:schemeClr val="tx1"/>
                </a:solidFill>
                <a:latin typeface="Roboto" panose="020B0604020202020204" charset="0"/>
                <a:ea typeface="Roboto" panose="020B0604020202020204" charset="0"/>
              </a:rPr>
              <a:t>segmento</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tecnología</a:t>
            </a:r>
            <a:r>
              <a:rPr lang="en-US" sz="1600" dirty="0">
                <a:solidFill>
                  <a:schemeClr val="tx1"/>
                </a:solidFill>
                <a:latin typeface="Roboto" panose="020B0604020202020204" charset="0"/>
                <a:ea typeface="Roboto" panose="020B0604020202020204" charset="0"/>
              </a:rPr>
              <a:t> para </a:t>
            </a:r>
            <a:r>
              <a:rPr lang="en-US" sz="1600" dirty="0" err="1">
                <a:solidFill>
                  <a:schemeClr val="tx1"/>
                </a:solidFill>
                <a:latin typeface="Roboto" panose="020B0604020202020204" charset="0"/>
                <a:ea typeface="Roboto" panose="020B0604020202020204" charset="0"/>
              </a:rPr>
              <a:t>varejo</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oferecendo</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soluções</a:t>
            </a:r>
            <a:r>
              <a:rPr lang="en-US" sz="1600" dirty="0">
                <a:solidFill>
                  <a:schemeClr val="tx1"/>
                </a:solidFill>
                <a:latin typeface="Roboto" panose="020B0604020202020204" charset="0"/>
                <a:ea typeface="Roboto" panose="020B0604020202020204" charset="0"/>
              </a:rPr>
              <a:t> que </a:t>
            </a:r>
            <a:r>
              <a:rPr lang="en-US" sz="1600" dirty="0" err="1">
                <a:solidFill>
                  <a:schemeClr val="tx1"/>
                </a:solidFill>
                <a:latin typeface="Roboto" panose="020B0604020202020204" charset="0"/>
                <a:ea typeface="Roboto" panose="020B0604020202020204" charset="0"/>
              </a:rPr>
              <a:t>facilitam</a:t>
            </a:r>
            <a:r>
              <a:rPr lang="en-US" sz="1600" dirty="0">
                <a:solidFill>
                  <a:schemeClr val="tx1"/>
                </a:solidFill>
                <a:latin typeface="Roboto" panose="020B0604020202020204" charset="0"/>
                <a:ea typeface="Roboto" panose="020B0604020202020204" charset="0"/>
              </a:rPr>
              <a:t> a </a:t>
            </a:r>
            <a:r>
              <a:rPr lang="en-US" sz="1600" dirty="0" err="1">
                <a:solidFill>
                  <a:schemeClr val="tx1"/>
                </a:solidFill>
                <a:latin typeface="Roboto" panose="020B0604020202020204" charset="0"/>
                <a:ea typeface="Roboto" panose="020B0604020202020204" charset="0"/>
              </a:rPr>
              <a:t>gestão</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lojas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físicas</a:t>
            </a:r>
            <a:r>
              <a:rPr lang="en-US" sz="1600" dirty="0">
                <a:solidFill>
                  <a:schemeClr val="tx1"/>
                </a:solidFill>
                <a:latin typeface="Roboto" panose="020B0604020202020204" charset="0"/>
                <a:ea typeface="Roboto" panose="020B0604020202020204" charset="0"/>
              </a:rPr>
              <a:t> e online (e-commerce), </a:t>
            </a:r>
            <a:r>
              <a:rPr lang="en-US" sz="1600" dirty="0" err="1">
                <a:solidFill>
                  <a:schemeClr val="tx1"/>
                </a:solidFill>
                <a:latin typeface="Roboto" panose="020B0604020202020204" charset="0"/>
                <a:ea typeface="Roboto" panose="020B0604020202020204" charset="0"/>
              </a:rPr>
              <a:t>além</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uma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solução</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aceleração</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vendas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dentro</a:t>
            </a:r>
            <a:r>
              <a:rPr lang="en-US" sz="1600" dirty="0">
                <a:solidFill>
                  <a:schemeClr val="tx1"/>
                </a:solidFill>
                <a:latin typeface="Roboto" panose="020B0604020202020204" charset="0"/>
                <a:ea typeface="Roboto" panose="020B0604020202020204" charset="0"/>
              </a:rPr>
              <a:t> de marketplaces.</a:t>
            </a:r>
            <a:endParaRPr sz="1600" dirty="0">
              <a:solidFill>
                <a:schemeClr val="tx1"/>
              </a:solidFill>
              <a:latin typeface="Roboto" panose="020B0604020202020204" charset="0"/>
              <a:ea typeface="Roboto" panose="020B0604020202020204" charset="0"/>
            </a:endParaRPr>
          </a:p>
          <a:p>
            <a:pPr marL="0" lvl="0" indent="0" algn="just" rtl="0">
              <a:spcBef>
                <a:spcPts val="1000"/>
              </a:spcBef>
              <a:spcAft>
                <a:spcPts val="0"/>
              </a:spcAft>
              <a:buNone/>
            </a:pPr>
            <a:r>
              <a:rPr lang="en-US" sz="1600" dirty="0">
                <a:solidFill>
                  <a:schemeClr val="tx1"/>
                </a:solidFill>
                <a:latin typeface="Roboto" panose="020B0604020202020204" charset="0"/>
                <a:ea typeface="Roboto" panose="020B0604020202020204" charset="0"/>
              </a:rPr>
              <a:t>Por um </a:t>
            </a:r>
            <a:r>
              <a:rPr lang="en-US" sz="1600" dirty="0" err="1">
                <a:solidFill>
                  <a:schemeClr val="tx1"/>
                </a:solidFill>
                <a:latin typeface="Roboto" panose="020B0604020202020204" charset="0"/>
                <a:ea typeface="Roboto" panose="020B0604020202020204" charset="0"/>
              </a:rPr>
              <a:t>lado</a:t>
            </a:r>
            <a:r>
              <a:rPr lang="en-US" sz="1600" dirty="0">
                <a:solidFill>
                  <a:schemeClr val="tx1"/>
                </a:solidFill>
                <a:latin typeface="Roboto" panose="020B0604020202020204" charset="0"/>
                <a:ea typeface="Roboto" panose="020B0604020202020204" charset="0"/>
              </a:rPr>
              <a:t>, o </a:t>
            </a:r>
            <a:r>
              <a:rPr lang="en-US" sz="1600" dirty="0" err="1">
                <a:solidFill>
                  <a:schemeClr val="tx1"/>
                </a:solidFill>
                <a:latin typeface="Roboto" panose="020B0604020202020204" charset="0"/>
                <a:ea typeface="Roboto" panose="020B0604020202020204" charset="0"/>
              </a:rPr>
              <a:t>Olist</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reúne</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vendedores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interessados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anunciar</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marketplaces </a:t>
            </a:r>
            <a:r>
              <a:rPr lang="en-US" sz="1600" dirty="0" err="1">
                <a:solidFill>
                  <a:schemeClr val="tx1"/>
                </a:solidFill>
                <a:latin typeface="Roboto" panose="020B0604020202020204" charset="0"/>
                <a:ea typeface="Roboto" panose="020B0604020202020204" charset="0"/>
              </a:rPr>
              <a:t>como</a:t>
            </a:r>
            <a:r>
              <a:rPr lang="en-US" sz="1600" dirty="0">
                <a:solidFill>
                  <a:schemeClr val="tx1"/>
                </a:solidFill>
                <a:latin typeface="Roboto" panose="020B0604020202020204" charset="0"/>
                <a:ea typeface="Roboto" panose="020B0604020202020204" charset="0"/>
              </a:rPr>
              <a:t> Mercado Livre, </a:t>
            </a:r>
            <a:r>
              <a:rPr lang="en-US" sz="1600" dirty="0" err="1">
                <a:solidFill>
                  <a:schemeClr val="tx1"/>
                </a:solidFill>
                <a:latin typeface="Roboto" panose="020B0604020202020204" charset="0"/>
                <a:ea typeface="Roboto" panose="020B0604020202020204" charset="0"/>
              </a:rPr>
              <a:t>Americanas</a:t>
            </a:r>
            <a:r>
              <a:rPr lang="en-US" sz="1600" dirty="0">
                <a:solidFill>
                  <a:schemeClr val="tx1"/>
                </a:solidFill>
                <a:latin typeface="Roboto" panose="020B0604020202020204" charset="0"/>
                <a:ea typeface="Roboto" panose="020B0604020202020204" charset="0"/>
              </a:rPr>
              <a:t> e Amazon. Por outro </a:t>
            </a:r>
            <a:r>
              <a:rPr lang="en-US" sz="1600" dirty="0" err="1">
                <a:solidFill>
                  <a:schemeClr val="tx1"/>
                </a:solidFill>
                <a:latin typeface="Roboto" panose="020B0604020202020204" charset="0"/>
                <a:ea typeface="Roboto" panose="020B0604020202020204" charset="0"/>
              </a:rPr>
              <a:t>lado</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agrega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os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produtos</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todos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os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vendedores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uma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única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loja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visível</a:t>
            </a:r>
            <a:r>
              <a:rPr lang="en-US" sz="1600" dirty="0">
                <a:solidFill>
                  <a:schemeClr val="tx1"/>
                </a:solidFill>
                <a:latin typeface="Roboto" panose="020B0604020202020204" charset="0"/>
                <a:ea typeface="Roboto" panose="020B0604020202020204" charset="0"/>
              </a:rPr>
              <a:t> para o </a:t>
            </a:r>
            <a:r>
              <a:rPr lang="en-US" sz="1600" dirty="0" err="1">
                <a:solidFill>
                  <a:schemeClr val="tx1"/>
                </a:solidFill>
                <a:latin typeface="Roboto" panose="020B0604020202020204" charset="0"/>
                <a:ea typeface="Roboto" panose="020B0604020202020204" charset="0"/>
              </a:rPr>
              <a:t>consumidor</a:t>
            </a:r>
            <a:r>
              <a:rPr lang="en-US" sz="1600" dirty="0">
                <a:solidFill>
                  <a:schemeClr val="tx1"/>
                </a:solidFill>
                <a:latin typeface="Roboto" panose="020B0604020202020204" charset="0"/>
                <a:ea typeface="Roboto" panose="020B0604020202020204" charset="0"/>
              </a:rPr>
              <a:t> final. A </a:t>
            </a:r>
            <a:r>
              <a:rPr lang="en-US" sz="1600" dirty="0" err="1">
                <a:solidFill>
                  <a:schemeClr val="tx1"/>
                </a:solidFill>
                <a:latin typeface="Roboto" panose="020B0604020202020204" charset="0"/>
                <a:ea typeface="Roboto" panose="020B0604020202020204" charset="0"/>
              </a:rPr>
              <a:t>empresa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tem</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sede</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Curitiba (PR), e </a:t>
            </a:r>
            <a:r>
              <a:rPr lang="en-US" sz="1600" dirty="0" err="1">
                <a:solidFill>
                  <a:schemeClr val="tx1"/>
                </a:solidFill>
                <a:latin typeface="Roboto" panose="020B0604020202020204" charset="0"/>
                <a:ea typeface="Roboto" panose="020B0604020202020204" charset="0"/>
              </a:rPr>
              <a:t>também</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possui</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escritórios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em</a:t>
            </a:r>
            <a:r>
              <a:rPr lang="en-US" sz="1600" dirty="0">
                <a:solidFill>
                  <a:schemeClr val="tx1"/>
                </a:solidFill>
                <a:latin typeface="Roboto" panose="020B0604020202020204" charset="0"/>
                <a:ea typeface="Roboto" panose="020B0604020202020204" charset="0"/>
              </a:rPr>
              <a:t> São Paulo (SP) e Bento </a:t>
            </a:r>
            <a:r>
              <a:rPr lang="en-US" sz="1600" dirty="0" err="1">
                <a:solidFill>
                  <a:schemeClr val="tx1"/>
                </a:solidFill>
                <a:latin typeface="Roboto" panose="020B0604020202020204" charset="0"/>
                <a:ea typeface="Roboto" panose="020B0604020202020204" charset="0"/>
              </a:rPr>
              <a:t>Gonçalves</a:t>
            </a:r>
            <a:r>
              <a:rPr lang="en-US" sz="1600" dirty="0">
                <a:solidFill>
                  <a:schemeClr val="tx1"/>
                </a:solidFill>
                <a:latin typeface="Roboto" panose="020B0604020202020204" charset="0"/>
                <a:ea typeface="Roboto" panose="020B0604020202020204" charset="0"/>
              </a:rPr>
              <a:t> (RS).</a:t>
            </a:r>
            <a:endParaRPr sz="1600" dirty="0">
              <a:solidFill>
                <a:schemeClr val="tx1"/>
              </a:solidFill>
              <a:latin typeface="Roboto" panose="020B0604020202020204" charset="0"/>
              <a:ea typeface="Roboto" panose="020B0604020202020204" charset="0"/>
            </a:endParaRPr>
          </a:p>
          <a:p>
            <a:pPr marL="0" lvl="0" indent="0" algn="just" rtl="0">
              <a:spcBef>
                <a:spcPts val="1000"/>
              </a:spcBef>
              <a:spcAft>
                <a:spcPts val="0"/>
              </a:spcAft>
              <a:buNone/>
            </a:pPr>
            <a:r>
              <a:rPr lang="en-US" sz="1600" dirty="0" err="1">
                <a:solidFill>
                  <a:schemeClr val="tx1"/>
                </a:solidFill>
                <a:latin typeface="Roboto" panose="020B0604020202020204" charset="0"/>
                <a:ea typeface="Roboto" panose="020B0604020202020204" charset="0"/>
              </a:rPr>
              <a:t>Atualmente</a:t>
            </a:r>
            <a:r>
              <a:rPr lang="en-US" sz="1600" dirty="0">
                <a:solidFill>
                  <a:schemeClr val="tx1"/>
                </a:solidFill>
                <a:latin typeface="Roboto" panose="020B0604020202020204" charset="0"/>
                <a:ea typeface="Roboto" panose="020B0604020202020204" charset="0"/>
              </a:rPr>
              <a:t>, o </a:t>
            </a:r>
            <a:r>
              <a:rPr lang="en-US" sz="1600" dirty="0" err="1">
                <a:solidFill>
                  <a:schemeClr val="tx1"/>
                </a:solidFill>
                <a:latin typeface="Roboto" panose="020B0604020202020204" charset="0"/>
                <a:ea typeface="Roboto" panose="020B0604020202020204" charset="0"/>
              </a:rPr>
              <a:t>negócio</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conta</a:t>
            </a:r>
            <a:r>
              <a:rPr lang="en-US" sz="1600" dirty="0">
                <a:solidFill>
                  <a:schemeClr val="tx1"/>
                </a:solidFill>
                <a:latin typeface="Roboto" panose="020B0604020202020204" charset="0"/>
                <a:ea typeface="Roboto" panose="020B0604020202020204" charset="0"/>
              </a:rPr>
              <a:t> com 700 </a:t>
            </a:r>
            <a:r>
              <a:rPr lang="en-US" sz="1600" dirty="0" err="1">
                <a:solidFill>
                  <a:schemeClr val="tx1"/>
                </a:solidFill>
                <a:latin typeface="Roboto" panose="020B0604020202020204" charset="0"/>
                <a:ea typeface="Roboto" panose="020B0604020202020204" charset="0"/>
              </a:rPr>
              <a:t>colaboradores</a:t>
            </a:r>
            <a:r>
              <a:rPr lang="en-US" sz="1600" dirty="0">
                <a:solidFill>
                  <a:schemeClr val="tx1"/>
                </a:solidFill>
                <a:latin typeface="Roboto" panose="020B0604020202020204" charset="0"/>
                <a:ea typeface="Roboto" panose="020B0604020202020204" charset="0"/>
              </a:rPr>
              <a:t> e </a:t>
            </a:r>
            <a:r>
              <a:rPr lang="en-US" sz="1600" dirty="0" err="1">
                <a:solidFill>
                  <a:schemeClr val="tx1"/>
                </a:solidFill>
                <a:latin typeface="Roboto" panose="020B0604020202020204" charset="0"/>
                <a:ea typeface="Roboto" panose="020B0604020202020204" charset="0"/>
              </a:rPr>
              <a:t>mais</a:t>
            </a:r>
            <a:r>
              <a:rPr lang="en-US" sz="1600" dirty="0">
                <a:solidFill>
                  <a:schemeClr val="tx1"/>
                </a:solidFill>
                <a:latin typeface="Roboto" panose="020B0604020202020204" charset="0"/>
                <a:ea typeface="Roboto" panose="020B0604020202020204" charset="0"/>
              </a:rPr>
              <a:t> de 30 mil </a:t>
            </a:r>
            <a:r>
              <a:rPr lang="en-US" sz="1600" dirty="0" err="1">
                <a:solidFill>
                  <a:schemeClr val="tx1"/>
                </a:solidFill>
                <a:latin typeface="Roboto" panose="020B0604020202020204" charset="0"/>
                <a:ea typeface="Roboto" panose="020B0604020202020204" charset="0"/>
              </a:rPr>
              <a:t>lojistas</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além</a:t>
            </a:r>
            <a:r>
              <a:rPr lang="en-US" sz="1600" dirty="0">
                <a:solidFill>
                  <a:schemeClr val="tx1"/>
                </a:solidFill>
                <a:latin typeface="Roboto" panose="020B0604020202020204" charset="0"/>
                <a:ea typeface="Roboto" panose="020B0604020202020204" charset="0"/>
              </a:rPr>
              <a:t> de 2 </a:t>
            </a:r>
            <a:r>
              <a:rPr lang="en-US" sz="1600" dirty="0" err="1">
                <a:solidFill>
                  <a:schemeClr val="tx1"/>
                </a:solidFill>
                <a:latin typeface="Roboto" panose="020B0604020202020204" charset="0"/>
                <a:ea typeface="Roboto" panose="020B0604020202020204" charset="0"/>
              </a:rPr>
              <a:t>milhões</a:t>
            </a:r>
            <a:r>
              <a:rPr lang="en-US" sz="1600" dirty="0">
                <a:solidFill>
                  <a:schemeClr val="tx1"/>
                </a:solidFill>
                <a:latin typeface="Roboto" panose="020B0604020202020204" charset="0"/>
                <a:ea typeface="Roboto" panose="020B0604020202020204" charset="0"/>
              </a:rPr>
              <a:t> de </a:t>
            </a:r>
            <a:r>
              <a:rPr lang="en-US" sz="1600" dirty="0" err="1">
                <a:solidFill>
                  <a:schemeClr val="tx1"/>
                </a:solidFill>
                <a:latin typeface="Roboto" panose="020B0604020202020204" charset="0"/>
                <a:ea typeface="Roboto" panose="020B0604020202020204" charset="0"/>
              </a:rPr>
              <a:t>consumidores</a:t>
            </a:r>
            <a:r>
              <a:rPr lang="en-US" sz="1600" dirty="0">
                <a:solidFill>
                  <a:schemeClr val="tx1"/>
                </a:solidFill>
                <a:latin typeface="Roboto" panose="020B0604020202020204" charset="0"/>
                <a:ea typeface="Roboto" panose="020B0604020202020204" charset="0"/>
              </a:rPr>
              <a:t> a </a:t>
            </a:r>
            <a:r>
              <a:rPr lang="en-US" sz="1600" dirty="0" err="1">
                <a:solidFill>
                  <a:schemeClr val="tx1"/>
                </a:solidFill>
                <a:latin typeface="Roboto" panose="020B0604020202020204" charset="0"/>
                <a:ea typeface="Roboto" panose="020B0604020202020204" charset="0"/>
              </a:rPr>
              <a:t>cada</a:t>
            </a:r>
            <a:r>
              <a:rPr lang="en-US" sz="1600" dirty="0">
                <a:solidFill>
                  <a:schemeClr val="tx1"/>
                </a:solidFill>
                <a:latin typeface="Roboto" panose="020B0604020202020204" charset="0"/>
                <a:ea typeface="Roboto" panose="020B0604020202020204" charset="0"/>
              </a:rPr>
              <a:t> </a:t>
            </a:r>
            <a:r>
              <a:rPr lang="en-US" sz="1600" dirty="0" err="1">
                <a:solidFill>
                  <a:schemeClr val="tx1"/>
                </a:solidFill>
                <a:latin typeface="Roboto" panose="020B0604020202020204" charset="0"/>
                <a:ea typeface="Roboto" panose="020B0604020202020204" charset="0"/>
              </a:rPr>
              <a:t>ano</a:t>
            </a:r>
            <a:r>
              <a:rPr lang="en-US" sz="1600" dirty="0">
                <a:solidFill>
                  <a:schemeClr val="tx1"/>
                </a:solidFill>
                <a:latin typeface="Roboto" panose="020B0604020202020204" charset="0"/>
                <a:ea typeface="Roboto" panose="020B0604020202020204" charset="0"/>
              </a:rPr>
              <a:t>.</a:t>
            </a:r>
            <a:endParaRPr sz="1600" dirty="0">
              <a:solidFill>
                <a:schemeClr val="tx1"/>
              </a:solidFill>
              <a:latin typeface="Roboto" panose="020B0604020202020204" charset="0"/>
              <a:ea typeface="Roboto" panose="020B0604020202020204" charset="0"/>
            </a:endParaRPr>
          </a:p>
          <a:p>
            <a:pPr marL="0" lvl="0" indent="0" algn="just" rtl="0">
              <a:lnSpc>
                <a:spcPct val="110000"/>
              </a:lnSpc>
              <a:spcBef>
                <a:spcPts val="1000"/>
              </a:spcBef>
              <a:spcAft>
                <a:spcPts val="0"/>
              </a:spcAft>
              <a:buClr>
                <a:schemeClr val="dk1"/>
              </a:buClr>
              <a:buSzPts val="1900"/>
              <a:buNone/>
            </a:pPr>
            <a:endParaRPr sz="1600" dirty="0">
              <a:latin typeface="Roboto" panose="020B0604020202020204" charset="0"/>
              <a:ea typeface="Roboto" panose="020B0604020202020204" charset="0"/>
            </a:endParaRPr>
          </a:p>
          <a:p>
            <a:pPr marL="0" lvl="0" indent="0" algn="just" rtl="0">
              <a:lnSpc>
                <a:spcPct val="110000"/>
              </a:lnSpc>
              <a:spcBef>
                <a:spcPts val="1000"/>
              </a:spcBef>
              <a:spcAft>
                <a:spcPts val="1600"/>
              </a:spcAft>
              <a:buClr>
                <a:schemeClr val="dk1"/>
              </a:buClr>
              <a:buSzPts val="1900"/>
              <a:buNone/>
            </a:pPr>
            <a:endParaRPr sz="1600" dirty="0"/>
          </a:p>
        </p:txBody>
      </p:sp>
      <p:sp>
        <p:nvSpPr>
          <p:cNvPr id="111" name="Google Shape;111;p2"/>
          <p:cNvSpPr txBox="1">
            <a:spLocks noGrp="1"/>
          </p:cNvSpPr>
          <p:nvPr>
            <p:ph type="sldNum" idx="12"/>
          </p:nvPr>
        </p:nvSpPr>
        <p:spPr>
          <a:xfrm>
            <a:off x="11454317" y="6420414"/>
            <a:ext cx="637909"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a:t>
            </a:fld>
            <a:endParaRPr/>
          </a:p>
        </p:txBody>
      </p:sp>
      <p:sp>
        <p:nvSpPr>
          <p:cNvPr id="112" name="Google Shape;112;p2"/>
          <p:cNvSpPr txBox="1"/>
          <p:nvPr/>
        </p:nvSpPr>
        <p:spPr>
          <a:xfrm>
            <a:off x="517875" y="2176749"/>
            <a:ext cx="4002600" cy="3853200"/>
          </a:xfrm>
          <a:prstGeom prst="rect">
            <a:avLst/>
          </a:prstGeom>
          <a:noFill/>
          <a:ln>
            <a:noFill/>
          </a:ln>
        </p:spPr>
        <p:txBody>
          <a:bodyPr spcFirstLastPara="1" wrap="square" lIns="91425" tIns="91425" rIns="91425" bIns="91425" anchor="t" anchorCtr="0">
            <a:noAutofit/>
          </a:bodyPr>
          <a:lstStyle/>
          <a:p>
            <a:pPr marL="0" lvl="0" indent="0" algn="just" rtl="0">
              <a:lnSpc>
                <a:spcPct val="90000"/>
              </a:lnSpc>
              <a:spcBef>
                <a:spcPts val="0"/>
              </a:spcBef>
              <a:spcAft>
                <a:spcPts val="0"/>
              </a:spcAft>
              <a:buNone/>
            </a:pPr>
            <a:r>
              <a:rPr lang="en-US" sz="1800" dirty="0" err="1">
                <a:solidFill>
                  <a:schemeClr val="dk1"/>
                </a:solidFill>
                <a:latin typeface="Oswald"/>
                <a:ea typeface="Oswald"/>
                <a:cs typeface="Oswald"/>
                <a:sym typeface="Oswald"/>
              </a:rPr>
              <a:t>Utilizamos</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como</a:t>
            </a:r>
            <a:r>
              <a:rPr lang="en-US" sz="1800" dirty="0">
                <a:solidFill>
                  <a:schemeClr val="dk1"/>
                </a:solidFill>
                <a:latin typeface="Oswald"/>
                <a:ea typeface="Oswald"/>
                <a:cs typeface="Oswald"/>
                <a:sym typeface="Oswald"/>
              </a:rPr>
              <a:t> base um conjunto de dados </a:t>
            </a:r>
            <a:r>
              <a:rPr lang="en-US" sz="1800" dirty="0" err="1">
                <a:solidFill>
                  <a:schemeClr val="dk1"/>
                </a:solidFill>
                <a:latin typeface="Oswald"/>
                <a:ea typeface="Oswald"/>
                <a:cs typeface="Oswald"/>
                <a:sym typeface="Oswald"/>
              </a:rPr>
              <a:t>fornecido</a:t>
            </a:r>
            <a:r>
              <a:rPr lang="en-US" sz="1800" dirty="0">
                <a:solidFill>
                  <a:schemeClr val="dk1"/>
                </a:solidFill>
                <a:latin typeface="Oswald"/>
                <a:ea typeface="Oswald"/>
                <a:cs typeface="Oswald"/>
                <a:sym typeface="Oswald"/>
              </a:rPr>
              <a:t> pela </a:t>
            </a:r>
            <a:r>
              <a:rPr lang="en-US" sz="1800" dirty="0" err="1">
                <a:solidFill>
                  <a:schemeClr val="dk1"/>
                </a:solidFill>
                <a:latin typeface="Oswald"/>
                <a:ea typeface="Oswald"/>
                <a:cs typeface="Oswald"/>
                <a:sym typeface="Oswald"/>
              </a:rPr>
              <a:t>Olist</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uma</a:t>
            </a:r>
            <a:r>
              <a:rPr lang="en-US" sz="1800" dirty="0">
                <a:solidFill>
                  <a:schemeClr val="dk1"/>
                </a:solidFill>
                <a:latin typeface="Oswald"/>
                <a:ea typeface="Oswald"/>
                <a:cs typeface="Oswald"/>
                <a:sym typeface="Oswald"/>
              </a:rPr>
              <a:t> das </a:t>
            </a:r>
            <a:r>
              <a:rPr lang="en-US" sz="1800" dirty="0" err="1">
                <a:solidFill>
                  <a:schemeClr val="dk1"/>
                </a:solidFill>
                <a:latin typeface="Oswald"/>
                <a:ea typeface="Oswald"/>
                <a:cs typeface="Oswald"/>
                <a:sym typeface="Oswald"/>
              </a:rPr>
              <a:t>maiores</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lojas</a:t>
            </a:r>
            <a:r>
              <a:rPr lang="en-US" sz="1800" dirty="0">
                <a:solidFill>
                  <a:schemeClr val="dk1"/>
                </a:solidFill>
                <a:latin typeface="Oswald"/>
                <a:ea typeface="Oswald"/>
                <a:cs typeface="Oswald"/>
                <a:sym typeface="Oswald"/>
              </a:rPr>
              <a:t> de </a:t>
            </a:r>
            <a:r>
              <a:rPr lang="en-US" sz="1800" dirty="0" err="1">
                <a:solidFill>
                  <a:schemeClr val="dk1"/>
                </a:solidFill>
                <a:latin typeface="Oswald"/>
                <a:ea typeface="Oswald"/>
                <a:cs typeface="Oswald"/>
                <a:sym typeface="Oswald"/>
              </a:rPr>
              <a:t>departamento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em</a:t>
            </a:r>
            <a:r>
              <a:rPr lang="en-US" sz="1800" dirty="0">
                <a:solidFill>
                  <a:schemeClr val="dk1"/>
                </a:solidFill>
                <a:latin typeface="Oswald"/>
                <a:ea typeface="Oswald"/>
                <a:cs typeface="Oswald"/>
                <a:sym typeface="Oswald"/>
              </a:rPr>
              <a:t> marketplaces </a:t>
            </a:r>
            <a:r>
              <a:rPr lang="en-US" sz="1800" dirty="0" err="1">
                <a:solidFill>
                  <a:schemeClr val="dk1"/>
                </a:solidFill>
                <a:latin typeface="Oswald"/>
                <a:ea typeface="Oswald"/>
                <a:cs typeface="Oswald"/>
                <a:sym typeface="Oswald"/>
              </a:rPr>
              <a:t>brasileiros</a:t>
            </a:r>
            <a:r>
              <a:rPr lang="en-US" sz="1800" dirty="0">
                <a:solidFill>
                  <a:schemeClr val="dk1"/>
                </a:solidFill>
                <a:latin typeface="Oswald"/>
                <a:ea typeface="Oswald"/>
                <a:cs typeface="Oswald"/>
                <a:sym typeface="Oswald"/>
              </a:rPr>
              <a:t>.</a:t>
            </a:r>
            <a:endParaRPr sz="1800" dirty="0">
              <a:solidFill>
                <a:schemeClr val="dk1"/>
              </a:solidFill>
              <a:latin typeface="Oswald"/>
              <a:ea typeface="Oswald"/>
              <a:cs typeface="Oswald"/>
              <a:sym typeface="Oswald"/>
            </a:endParaRPr>
          </a:p>
          <a:p>
            <a:pPr marL="0" lvl="0" indent="0" algn="just" rtl="0">
              <a:lnSpc>
                <a:spcPct val="90000"/>
              </a:lnSpc>
              <a:spcBef>
                <a:spcPts val="0"/>
              </a:spcBef>
              <a:spcAft>
                <a:spcPts val="0"/>
              </a:spcAft>
              <a:buNone/>
            </a:pPr>
            <a:endParaRPr sz="1800" dirty="0">
              <a:solidFill>
                <a:schemeClr val="dk1"/>
              </a:solidFill>
              <a:latin typeface="Oswald"/>
              <a:ea typeface="Oswald"/>
              <a:cs typeface="Oswald"/>
              <a:sym typeface="Oswald"/>
            </a:endParaRPr>
          </a:p>
          <a:p>
            <a:pPr marL="0" lvl="0" indent="0" algn="just" rtl="0">
              <a:lnSpc>
                <a:spcPct val="90000"/>
              </a:lnSpc>
              <a:spcBef>
                <a:spcPts val="0"/>
              </a:spcBef>
              <a:spcAft>
                <a:spcPts val="0"/>
              </a:spcAft>
              <a:buNone/>
            </a:pPr>
            <a:r>
              <a:rPr lang="en-US" sz="1800" dirty="0" err="1">
                <a:solidFill>
                  <a:schemeClr val="dk1"/>
                </a:solidFill>
                <a:latin typeface="Oswald"/>
                <a:ea typeface="Oswald"/>
                <a:cs typeface="Oswald"/>
                <a:sym typeface="Oswald"/>
              </a:rPr>
              <a:t>Nosso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objetivo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foi</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realizar</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uma</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série</a:t>
            </a:r>
            <a:r>
              <a:rPr lang="en-US" sz="1800" dirty="0">
                <a:solidFill>
                  <a:schemeClr val="dk1"/>
                </a:solidFill>
                <a:latin typeface="Oswald"/>
                <a:ea typeface="Oswald"/>
                <a:cs typeface="Oswald"/>
                <a:sym typeface="Oswald"/>
              </a:rPr>
              <a:t> de </a:t>
            </a:r>
            <a:r>
              <a:rPr lang="en-US" sz="1800" dirty="0" err="1">
                <a:solidFill>
                  <a:schemeClr val="dk1"/>
                </a:solidFill>
                <a:latin typeface="Oswald"/>
                <a:ea typeface="Oswald"/>
                <a:cs typeface="Oswald"/>
                <a:sym typeface="Oswald"/>
              </a:rPr>
              <a:t>análises</a:t>
            </a:r>
            <a:r>
              <a:rPr lang="en-US" sz="1800" dirty="0">
                <a:solidFill>
                  <a:schemeClr val="dk1"/>
                </a:solidFill>
                <a:latin typeface="Oswald"/>
                <a:ea typeface="Oswald"/>
                <a:cs typeface="Oswald"/>
                <a:sym typeface="Oswald"/>
              </a:rPr>
              <a:t> no </a:t>
            </a:r>
            <a:r>
              <a:rPr lang="en-US" sz="1800" dirty="0" err="1">
                <a:solidFill>
                  <a:schemeClr val="dk1"/>
                </a:solidFill>
                <a:latin typeface="Oswald"/>
                <a:ea typeface="Oswald"/>
                <a:cs typeface="Oswald"/>
                <a:sym typeface="Oswald"/>
              </a:rPr>
              <a:t>âmbito</a:t>
            </a:r>
            <a:r>
              <a:rPr lang="en-US" sz="1800" dirty="0">
                <a:solidFill>
                  <a:schemeClr val="dk1"/>
                </a:solidFill>
                <a:latin typeface="Oswald"/>
                <a:ea typeface="Oswald"/>
                <a:cs typeface="Oswald"/>
                <a:sym typeface="Oswald"/>
              </a:rPr>
              <a:t> do </a:t>
            </a:r>
            <a:r>
              <a:rPr lang="en-US" sz="1800" dirty="0" err="1">
                <a:solidFill>
                  <a:schemeClr val="dk1"/>
                </a:solidFill>
                <a:latin typeface="Oswald"/>
                <a:ea typeface="Oswald"/>
                <a:cs typeface="Oswald"/>
                <a:sym typeface="Oswald"/>
              </a:rPr>
              <a:t>comércio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eletrônico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nacional</a:t>
            </a:r>
            <a:r>
              <a:rPr lang="en-US" sz="1800" dirty="0">
                <a:solidFill>
                  <a:schemeClr val="dk1"/>
                </a:solidFill>
                <a:latin typeface="Oswald"/>
                <a:ea typeface="Oswald"/>
                <a:cs typeface="Oswald"/>
                <a:sym typeface="Oswald"/>
              </a:rPr>
              <a:t>. </a:t>
            </a:r>
            <a:endParaRPr sz="1800" dirty="0">
              <a:solidFill>
                <a:schemeClr val="dk1"/>
              </a:solidFill>
              <a:latin typeface="Oswald"/>
              <a:ea typeface="Oswald"/>
              <a:cs typeface="Oswald"/>
              <a:sym typeface="Oswald"/>
            </a:endParaRPr>
          </a:p>
          <a:p>
            <a:pPr marL="0" lvl="0" indent="0" algn="just" rtl="0">
              <a:lnSpc>
                <a:spcPct val="90000"/>
              </a:lnSpc>
              <a:spcBef>
                <a:spcPts val="0"/>
              </a:spcBef>
              <a:spcAft>
                <a:spcPts val="0"/>
              </a:spcAft>
              <a:buNone/>
            </a:pPr>
            <a:endParaRPr sz="1800" dirty="0">
              <a:solidFill>
                <a:schemeClr val="dk1"/>
              </a:solidFill>
              <a:latin typeface="Oswald"/>
              <a:ea typeface="Oswald"/>
              <a:cs typeface="Oswald"/>
              <a:sym typeface="Oswald"/>
            </a:endParaRPr>
          </a:p>
          <a:p>
            <a:pPr marL="0" lvl="0" indent="0" algn="just" rtl="0">
              <a:lnSpc>
                <a:spcPct val="90000"/>
              </a:lnSpc>
              <a:spcBef>
                <a:spcPts val="0"/>
              </a:spcBef>
              <a:spcAft>
                <a:spcPts val="0"/>
              </a:spcAft>
              <a:buClr>
                <a:schemeClr val="dk1"/>
              </a:buClr>
              <a:buSzPts val="5300"/>
              <a:buFont typeface="Arial"/>
              <a:buNone/>
            </a:pPr>
            <a:r>
              <a:rPr lang="en-US" sz="1800" dirty="0">
                <a:solidFill>
                  <a:schemeClr val="dk1"/>
                </a:solidFill>
                <a:latin typeface="Oswald"/>
                <a:ea typeface="Oswald"/>
                <a:cs typeface="Oswald"/>
                <a:sym typeface="Oswald"/>
              </a:rPr>
              <a:t>O dataset </a:t>
            </a:r>
            <a:r>
              <a:rPr lang="en-US" sz="1800" dirty="0" err="1">
                <a:solidFill>
                  <a:schemeClr val="dk1"/>
                </a:solidFill>
                <a:latin typeface="Oswald"/>
                <a:ea typeface="Oswald"/>
                <a:cs typeface="Oswald"/>
                <a:sym typeface="Oswald"/>
              </a:rPr>
              <a:t>público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compreende</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informações</a:t>
            </a:r>
            <a:r>
              <a:rPr lang="en-US" sz="1800" dirty="0">
                <a:solidFill>
                  <a:schemeClr val="dk1"/>
                </a:solidFill>
                <a:latin typeface="Oswald"/>
                <a:ea typeface="Oswald"/>
                <a:cs typeface="Oswald"/>
                <a:sym typeface="Oswald"/>
              </a:rPr>
              <a:t> de </a:t>
            </a:r>
            <a:r>
              <a:rPr lang="en-US" sz="1800" dirty="0" err="1">
                <a:solidFill>
                  <a:schemeClr val="dk1"/>
                </a:solidFill>
                <a:latin typeface="Oswald"/>
                <a:ea typeface="Oswald"/>
                <a:cs typeface="Oswald"/>
                <a:sym typeface="Oswald"/>
              </a:rPr>
              <a:t>pedidos</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efetuados</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na</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Olist</a:t>
            </a:r>
            <a:r>
              <a:rPr lang="en-US" sz="1800" dirty="0">
                <a:solidFill>
                  <a:schemeClr val="dk1"/>
                </a:solidFill>
                <a:latin typeface="Oswald"/>
                <a:ea typeface="Oswald"/>
                <a:cs typeface="Oswald"/>
                <a:sym typeface="Oswald"/>
              </a:rPr>
              <a:t> store </a:t>
            </a:r>
            <a:r>
              <a:rPr lang="en-US" sz="1800" dirty="0" err="1">
                <a:solidFill>
                  <a:schemeClr val="dk1"/>
                </a:solidFill>
                <a:latin typeface="Oswald"/>
                <a:ea typeface="Oswald"/>
                <a:cs typeface="Oswald"/>
                <a:sym typeface="Oswald"/>
              </a:rPr>
              <a:t>durante</a:t>
            </a:r>
            <a:r>
              <a:rPr lang="en-US" sz="1800" dirty="0">
                <a:solidFill>
                  <a:schemeClr val="dk1"/>
                </a:solidFill>
                <a:latin typeface="Oswald"/>
                <a:ea typeface="Oswald"/>
                <a:cs typeface="Oswald"/>
                <a:sym typeface="Oswald"/>
              </a:rPr>
              <a:t> o </a:t>
            </a:r>
            <a:r>
              <a:rPr lang="en-US" sz="1800" dirty="0" err="1">
                <a:solidFill>
                  <a:schemeClr val="dk1"/>
                </a:solidFill>
                <a:latin typeface="Oswald"/>
                <a:ea typeface="Oswald"/>
                <a:cs typeface="Oswald"/>
                <a:sym typeface="Oswald"/>
              </a:rPr>
              <a:t>período</a:t>
            </a:r>
            <a:r>
              <a:rPr lang="en-US" sz="1800" dirty="0">
                <a:solidFill>
                  <a:schemeClr val="dk1"/>
                </a:solidFill>
                <a:latin typeface="Oswald"/>
                <a:ea typeface="Oswald"/>
                <a:cs typeface="Oswald"/>
                <a:sym typeface="Oswald"/>
              </a:rPr>
              <a:t> de 2016 a 2018, </a:t>
            </a:r>
            <a:r>
              <a:rPr lang="en-US" sz="1800" dirty="0" err="1">
                <a:solidFill>
                  <a:schemeClr val="dk1"/>
                </a:solidFill>
                <a:latin typeface="Oswald"/>
                <a:ea typeface="Oswald"/>
                <a:cs typeface="Oswald"/>
                <a:sym typeface="Oswald"/>
              </a:rPr>
              <a:t>abrangendo</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aproximadamente</a:t>
            </a:r>
            <a:r>
              <a:rPr lang="en-US" sz="1800" dirty="0">
                <a:solidFill>
                  <a:schemeClr val="dk1"/>
                </a:solidFill>
                <a:latin typeface="Oswald"/>
                <a:ea typeface="Oswald"/>
                <a:cs typeface="Oswald"/>
                <a:sym typeface="Oswald"/>
              </a:rPr>
              <a:t> 100 mil </a:t>
            </a:r>
            <a:r>
              <a:rPr lang="en-US" sz="1800" dirty="0" err="1">
                <a:solidFill>
                  <a:schemeClr val="dk1"/>
                </a:solidFill>
                <a:latin typeface="Oswald"/>
                <a:ea typeface="Oswald"/>
                <a:cs typeface="Oswald"/>
                <a:sym typeface="Oswald"/>
              </a:rPr>
              <a:t>transações</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realizadas</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em</a:t>
            </a:r>
            <a:r>
              <a:rPr lang="en-US" sz="1800" dirty="0">
                <a:solidFill>
                  <a:schemeClr val="dk1"/>
                </a:solidFill>
                <a:latin typeface="Oswald"/>
                <a:ea typeface="Oswald"/>
                <a:cs typeface="Oswald"/>
                <a:sym typeface="Oswald"/>
              </a:rPr>
              <a:t> </a:t>
            </a:r>
            <a:r>
              <a:rPr lang="en-US" sz="1800" dirty="0" err="1">
                <a:solidFill>
                  <a:schemeClr val="dk1"/>
                </a:solidFill>
                <a:latin typeface="Oswald"/>
                <a:ea typeface="Oswald"/>
                <a:cs typeface="Oswald"/>
                <a:sym typeface="Oswald"/>
              </a:rPr>
              <a:t>diferentes</a:t>
            </a:r>
            <a:r>
              <a:rPr lang="en-US" sz="1800" dirty="0">
                <a:solidFill>
                  <a:schemeClr val="dk1"/>
                </a:solidFill>
                <a:latin typeface="Oswald"/>
                <a:ea typeface="Oswald"/>
                <a:cs typeface="Oswald"/>
                <a:sym typeface="Oswald"/>
              </a:rPr>
              <a:t> marketplaces no </a:t>
            </a:r>
            <a:r>
              <a:rPr lang="en-US" sz="1800" dirty="0" err="1">
                <a:solidFill>
                  <a:schemeClr val="dk1"/>
                </a:solidFill>
                <a:latin typeface="Oswald"/>
                <a:ea typeface="Oswald"/>
                <a:cs typeface="Oswald"/>
                <a:sym typeface="Oswald"/>
              </a:rPr>
              <a:t>Brasil</a:t>
            </a:r>
            <a:endParaRPr sz="2400" dirty="0">
              <a:solidFill>
                <a:schemeClr val="accent3"/>
              </a:solidFill>
              <a:latin typeface="Average"/>
              <a:ea typeface="Average"/>
              <a:cs typeface="Average"/>
              <a:sym typeface="Averag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6"/>
        <p:cNvGrpSpPr/>
        <p:nvPr/>
      </p:nvGrpSpPr>
      <p:grpSpPr>
        <a:xfrm>
          <a:off x="0" y="0"/>
          <a:ext cx="0" cy="0"/>
          <a:chOff x="0" y="0"/>
          <a:chExt cx="0" cy="0"/>
        </a:xfrm>
      </p:grpSpPr>
      <p:sp>
        <p:nvSpPr>
          <p:cNvPr id="117" name="Google Shape;117;p3"/>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Arial"/>
              <a:ea typeface="Arial"/>
              <a:cs typeface="Arial"/>
              <a:sym typeface="Arial"/>
            </a:endParaRPr>
          </a:p>
        </p:txBody>
      </p:sp>
      <p:sp>
        <p:nvSpPr>
          <p:cNvPr id="118" name="Google Shape;118;p3"/>
          <p:cNvSpPr txBox="1">
            <a:spLocks noGrp="1"/>
          </p:cNvSpPr>
          <p:nvPr>
            <p:ph type="title"/>
          </p:nvPr>
        </p:nvSpPr>
        <p:spPr>
          <a:xfrm>
            <a:off x="517869" y="976160"/>
            <a:ext cx="11153214" cy="1113897"/>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1800"/>
              <a:buFont typeface="Arial"/>
              <a:buNone/>
            </a:pPr>
            <a:r>
              <a:rPr lang="en-US" sz="1800" dirty="0" err="1">
                <a:latin typeface="Roboto" panose="020B0604020202020204" charset="0"/>
                <a:ea typeface="Roboto" panose="020B0604020202020204" charset="0"/>
              </a:rPr>
              <a:t>Os</a:t>
            </a:r>
            <a:r>
              <a:rPr lang="en-US" sz="1800" dirty="0">
                <a:latin typeface="Roboto" panose="020B0604020202020204" charset="0"/>
                <a:ea typeface="Roboto" panose="020B0604020202020204" charset="0"/>
              </a:rPr>
              <a:t> dados </a:t>
            </a:r>
            <a:r>
              <a:rPr lang="en-US" sz="1800" dirty="0" err="1">
                <a:latin typeface="Roboto" panose="020B0604020202020204" charset="0"/>
                <a:ea typeface="Roboto" panose="020B0604020202020204" charset="0"/>
              </a:rPr>
              <a:t>estão</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acessíveis</a:t>
            </a:r>
            <a:r>
              <a:rPr lang="en-US" sz="1800" dirty="0">
                <a:latin typeface="Roboto" panose="020B0604020202020204" charset="0"/>
                <a:ea typeface="Roboto" panose="020B0604020202020204" charset="0"/>
              </a:rPr>
              <a:t> no Kaggle </a:t>
            </a:r>
            <a:r>
              <a:rPr lang="en-US" sz="1800" dirty="0" err="1">
                <a:latin typeface="Roboto" panose="020B0604020202020204" charset="0"/>
                <a:ea typeface="Roboto" panose="020B0604020202020204" charset="0"/>
              </a:rPr>
              <a:t>através</a:t>
            </a:r>
            <a:r>
              <a:rPr lang="en-US" sz="1800" dirty="0">
                <a:latin typeface="Roboto" panose="020B0604020202020204" charset="0"/>
                <a:ea typeface="Roboto" panose="020B0604020202020204" charset="0"/>
              </a:rPr>
              <a:t> do </a:t>
            </a:r>
            <a:r>
              <a:rPr lang="en-US" sz="1800" dirty="0" err="1">
                <a:latin typeface="Roboto" panose="020B0604020202020204" charset="0"/>
                <a:ea typeface="Roboto" panose="020B0604020202020204" charset="0"/>
              </a:rPr>
              <a:t>seguinte</a:t>
            </a:r>
            <a:r>
              <a:rPr lang="en-US" sz="1800" dirty="0">
                <a:latin typeface="Roboto" panose="020B0604020202020204" charset="0"/>
                <a:ea typeface="Roboto" panose="020B0604020202020204" charset="0"/>
              </a:rPr>
              <a:t> link: </a:t>
            </a:r>
            <a:r>
              <a:rPr lang="en-US" sz="1800" u="sng" dirty="0">
                <a:solidFill>
                  <a:schemeClr val="hlink"/>
                </a:solidFill>
                <a:latin typeface="Roboto" panose="020B0604020202020204" charset="0"/>
                <a:ea typeface="Roboto" panose="020B0604020202020204" charset="0"/>
                <a:hlinkClick r:id="rId3"/>
              </a:rPr>
              <a:t>https://www.kaggle.com/datasets/olistbr/brazilian-ecommerce#olist_products_dataset.csv</a:t>
            </a:r>
            <a:r>
              <a:rPr lang="en-US" sz="1800" dirty="0">
                <a:latin typeface="Roboto" panose="020B0604020202020204" charset="0"/>
                <a:ea typeface="Roboto" panose="020B0604020202020204" charset="0"/>
              </a:rPr>
              <a:t> e </a:t>
            </a:r>
            <a:r>
              <a:rPr lang="en-US" sz="1800" dirty="0" err="1">
                <a:latin typeface="Roboto" panose="020B0604020202020204" charset="0"/>
                <a:ea typeface="Roboto" panose="020B0604020202020204" charset="0"/>
              </a:rPr>
              <a:t>estão</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organizados</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em</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oito</a:t>
            </a:r>
            <a:r>
              <a:rPr lang="en-US" sz="1800" dirty="0">
                <a:latin typeface="Roboto" panose="020B0604020202020204" charset="0"/>
                <a:ea typeface="Roboto" panose="020B0604020202020204" charset="0"/>
              </a:rPr>
              <a:t> conjuntos </a:t>
            </a:r>
            <a:r>
              <a:rPr lang="en-US" sz="1800" dirty="0" err="1">
                <a:latin typeface="Roboto" panose="020B0604020202020204" charset="0"/>
                <a:ea typeface="Roboto" panose="020B0604020202020204" charset="0"/>
              </a:rPr>
              <a:t>distintos</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cobrindo</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informações</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pertinentes</a:t>
            </a:r>
            <a:r>
              <a:rPr lang="en-US" sz="1800" dirty="0">
                <a:latin typeface="Roboto" panose="020B0604020202020204" charset="0"/>
                <a:ea typeface="Roboto" panose="020B0604020202020204" charset="0"/>
              </a:rPr>
              <a:t> para </a:t>
            </a:r>
            <a:r>
              <a:rPr lang="en-US" sz="1800" dirty="0" err="1">
                <a:latin typeface="Roboto" panose="020B0604020202020204" charset="0"/>
                <a:ea typeface="Roboto" panose="020B0604020202020204" charset="0"/>
              </a:rPr>
              <a:t>compreender</a:t>
            </a:r>
            <a:r>
              <a:rPr lang="en-US" sz="1800" dirty="0">
                <a:latin typeface="Roboto" panose="020B0604020202020204" charset="0"/>
                <a:ea typeface="Roboto" panose="020B0604020202020204" charset="0"/>
              </a:rPr>
              <a:t> o </a:t>
            </a:r>
            <a:r>
              <a:rPr lang="en-US" sz="1800" dirty="0" err="1">
                <a:latin typeface="Roboto" panose="020B0604020202020204" charset="0"/>
                <a:ea typeface="Roboto" panose="020B0604020202020204" charset="0"/>
              </a:rPr>
              <a:t>cenário</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em</a:t>
            </a:r>
            <a:r>
              <a:rPr lang="en-US" sz="1800" dirty="0">
                <a:latin typeface="Roboto" panose="020B0604020202020204" charset="0"/>
                <a:ea typeface="Roboto" panose="020B0604020202020204" charset="0"/>
              </a:rPr>
              <a:t> </a:t>
            </a:r>
            <a:r>
              <a:rPr lang="en-US" sz="1800" dirty="0" err="1">
                <a:latin typeface="Roboto" panose="020B0604020202020204" charset="0"/>
                <a:ea typeface="Roboto" panose="020B0604020202020204" charset="0"/>
              </a:rPr>
              <a:t>questão</a:t>
            </a:r>
            <a:r>
              <a:rPr lang="en-US" sz="1800" dirty="0">
                <a:latin typeface="Roboto" panose="020B0604020202020204" charset="0"/>
                <a:ea typeface="Roboto" panose="020B0604020202020204" charset="0"/>
              </a:rPr>
              <a:t>:</a:t>
            </a:r>
            <a:br>
              <a:rPr lang="en-US" sz="1800" dirty="0">
                <a:latin typeface="Roboto" panose="020B0604020202020204" charset="0"/>
                <a:ea typeface="Roboto" panose="020B0604020202020204" charset="0"/>
              </a:rPr>
            </a:br>
            <a:endParaRPr sz="1800" dirty="0">
              <a:latin typeface="Roboto" panose="020B0604020202020204" charset="0"/>
              <a:ea typeface="Roboto" panose="020B0604020202020204" charset="0"/>
            </a:endParaRPr>
          </a:p>
        </p:txBody>
      </p:sp>
      <p:sp>
        <p:nvSpPr>
          <p:cNvPr id="119" name="Google Shape;119;p3"/>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2" name="Google Shape;122;p3"/>
          <p:cNvSpPr/>
          <p:nvPr/>
        </p:nvSpPr>
        <p:spPr>
          <a:xfrm>
            <a:off x="1153145" y="2102825"/>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362694" y="2312374"/>
            <a:ext cx="564169" cy="564169"/>
          </a:xfrm>
          <a:prstGeom prst="rect">
            <a:avLst/>
          </a:prstGeom>
          <a:blipFill rotWithShape="1">
            <a:blip r:embed="rId4">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908739" y="3379589"/>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txBox="1"/>
          <p:nvPr/>
        </p:nvSpPr>
        <p:spPr>
          <a:xfrm>
            <a:off x="839076" y="3272841"/>
            <a:ext cx="1611914"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CLIENTES – </a:t>
            </a:r>
          </a:p>
          <a:p>
            <a:pPr lvl="0" algn="ctr">
              <a:buClr>
                <a:schemeClr val="dk1"/>
              </a:buClr>
              <a:buSzPts val="1100"/>
            </a:pPr>
            <a:r>
              <a:rPr lang="pt-BR" sz="1200" dirty="0">
                <a:solidFill>
                  <a:schemeClr val="dk1"/>
                </a:solidFill>
                <a:latin typeface="Roboto" panose="020B0604020202020204" charset="0"/>
                <a:ea typeface="Roboto" panose="020B0604020202020204" charset="0"/>
              </a:rPr>
              <a:t>Composto com ID dos clientes, endereço físico, cidade e estado.</a:t>
            </a:r>
            <a:endParaRPr sz="1200" b="0" i="0" u="none" strike="noStrike" cap="none" dirty="0">
              <a:solidFill>
                <a:schemeClr val="dk1"/>
              </a:solidFill>
              <a:latin typeface="Roboto" panose="020B0604020202020204" charset="0"/>
              <a:ea typeface="Roboto" panose="020B0604020202020204" charset="0"/>
              <a:sym typeface="Arial"/>
            </a:endParaRPr>
          </a:p>
        </p:txBody>
      </p:sp>
      <p:sp>
        <p:nvSpPr>
          <p:cNvPr id="126" name="Google Shape;126;p3"/>
          <p:cNvSpPr/>
          <p:nvPr/>
        </p:nvSpPr>
        <p:spPr>
          <a:xfrm>
            <a:off x="4219176" y="2102825"/>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4428725" y="2312374"/>
            <a:ext cx="564169" cy="564169"/>
          </a:xfrm>
          <a:prstGeom prst="rect">
            <a:avLst/>
          </a:prstGeom>
          <a:blipFill rotWithShape="1">
            <a:blip r:embed="rId5">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3904853" y="3392357"/>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txBox="1"/>
          <p:nvPr/>
        </p:nvSpPr>
        <p:spPr>
          <a:xfrm>
            <a:off x="3904853" y="3301445"/>
            <a:ext cx="1611914"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VENDEDORES – </a:t>
            </a:r>
          </a:p>
          <a:p>
            <a:pPr lvl="0" algn="ctr">
              <a:buClr>
                <a:schemeClr val="dk1"/>
              </a:buClr>
              <a:buSzPts val="1100"/>
            </a:pPr>
            <a:r>
              <a:rPr lang="pt-BR" sz="1200" dirty="0">
                <a:solidFill>
                  <a:schemeClr val="dk1"/>
                </a:solidFill>
                <a:latin typeface="Roboto" panose="020B0604020202020204" charset="0"/>
                <a:ea typeface="Roboto" panose="020B0604020202020204" charset="0"/>
              </a:rPr>
              <a:t>Composto com ID dos vendedores, endereço físico, cidade e estado.</a:t>
            </a:r>
            <a:endParaRPr sz="1200" b="0" i="0" u="none" strike="noStrike" cap="none" dirty="0">
              <a:solidFill>
                <a:schemeClr val="dk1"/>
              </a:solidFill>
              <a:latin typeface="Roboto" panose="020B0604020202020204" charset="0"/>
              <a:ea typeface="Roboto" panose="020B0604020202020204" charset="0"/>
              <a:sym typeface="Arial"/>
            </a:endParaRPr>
          </a:p>
        </p:txBody>
      </p:sp>
      <p:sp>
        <p:nvSpPr>
          <p:cNvPr id="130" name="Google Shape;130;p3"/>
          <p:cNvSpPr/>
          <p:nvPr/>
        </p:nvSpPr>
        <p:spPr>
          <a:xfrm>
            <a:off x="7149863" y="2102853"/>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7359412" y="2312402"/>
            <a:ext cx="564169" cy="564169"/>
          </a:xfrm>
          <a:prstGeom prst="rect">
            <a:avLst/>
          </a:prstGeom>
          <a:blipFill rotWithShape="1">
            <a:blip r:embed="rId6">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6835540" y="3366602"/>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txBox="1"/>
          <p:nvPr/>
        </p:nvSpPr>
        <p:spPr>
          <a:xfrm>
            <a:off x="6835540" y="3275690"/>
            <a:ext cx="1611914"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PRODUTOS –</a:t>
            </a:r>
          </a:p>
          <a:p>
            <a:pPr lvl="0" algn="ctr">
              <a:buClr>
                <a:schemeClr val="dk1"/>
              </a:buClr>
              <a:buSzPts val="1100"/>
            </a:pPr>
            <a:r>
              <a:rPr lang="pt-BR" sz="1200" dirty="0">
                <a:solidFill>
                  <a:schemeClr val="dk1"/>
                </a:solidFill>
                <a:latin typeface="Roboto" panose="020B0604020202020204" charset="0"/>
                <a:ea typeface="Roboto" panose="020B0604020202020204" charset="0"/>
              </a:rPr>
              <a:t>Composto com o ID dos produtos, categoria e nome.</a:t>
            </a:r>
            <a:endParaRPr sz="1200" b="0" i="0" u="none" strike="noStrike" cap="none" dirty="0">
              <a:solidFill>
                <a:schemeClr val="dk1"/>
              </a:solidFill>
              <a:latin typeface="Roboto" panose="020B0604020202020204" charset="0"/>
              <a:ea typeface="Roboto" panose="020B0604020202020204" charset="0"/>
              <a:sym typeface="Arial"/>
            </a:endParaRPr>
          </a:p>
        </p:txBody>
      </p:sp>
      <p:sp>
        <p:nvSpPr>
          <p:cNvPr id="134" name="Google Shape;134;p3"/>
          <p:cNvSpPr/>
          <p:nvPr/>
        </p:nvSpPr>
        <p:spPr>
          <a:xfrm>
            <a:off x="9976849" y="2102054"/>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10186398" y="2311603"/>
            <a:ext cx="564169" cy="564169"/>
          </a:xfrm>
          <a:prstGeom prst="rect">
            <a:avLst/>
          </a:prstGeom>
          <a:blipFill rotWithShape="1">
            <a:blip r:embed="rId7">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9581343" y="3366602"/>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txBox="1"/>
          <p:nvPr/>
        </p:nvSpPr>
        <p:spPr>
          <a:xfrm>
            <a:off x="9429933" y="3275690"/>
            <a:ext cx="2110172"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PEDIDOS – </a:t>
            </a:r>
          </a:p>
          <a:p>
            <a:pPr lvl="0" algn="ctr">
              <a:buClr>
                <a:schemeClr val="dk1"/>
              </a:buClr>
              <a:buSzPts val="1100"/>
            </a:pPr>
            <a:r>
              <a:rPr lang="pt-BR" sz="1200" dirty="0">
                <a:solidFill>
                  <a:schemeClr val="dk1"/>
                </a:solidFill>
                <a:latin typeface="Roboto" panose="020B0604020202020204" charset="0"/>
                <a:ea typeface="Roboto" panose="020B0604020202020204" charset="0"/>
              </a:rPr>
              <a:t>Composto pelo ID dos pedidos, ID do cliente, situação e datas de pedido e entrega.</a:t>
            </a:r>
          </a:p>
        </p:txBody>
      </p:sp>
      <p:sp>
        <p:nvSpPr>
          <p:cNvPr id="138" name="Google Shape;138;p3"/>
          <p:cNvSpPr/>
          <p:nvPr/>
        </p:nvSpPr>
        <p:spPr>
          <a:xfrm>
            <a:off x="1153145" y="4439133"/>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1362694" y="4648682"/>
            <a:ext cx="564169" cy="564169"/>
          </a:xfrm>
          <a:prstGeom prst="rect">
            <a:avLst/>
          </a:prstGeom>
          <a:blipFill rotWithShape="1">
            <a:blip r:embed="rId8">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517869" y="5687384"/>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txBox="1"/>
          <p:nvPr/>
        </p:nvSpPr>
        <p:spPr>
          <a:xfrm>
            <a:off x="517869" y="5616221"/>
            <a:ext cx="2430700"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ITENS DOS PEDIDOS – </a:t>
            </a:r>
          </a:p>
          <a:p>
            <a:pPr lvl="0" algn="ctr">
              <a:buClr>
                <a:schemeClr val="dk1"/>
              </a:buClr>
              <a:buSzPts val="1100"/>
            </a:pPr>
            <a:r>
              <a:rPr lang="pt-BR" sz="1200" dirty="0">
                <a:solidFill>
                  <a:schemeClr val="dk1"/>
                </a:solidFill>
                <a:latin typeface="Roboto" panose="020B0604020202020204" charset="0"/>
                <a:ea typeface="Roboto" panose="020B0604020202020204" charset="0"/>
              </a:rPr>
              <a:t>Composto pelo ID do pedido, do produto, do vendedor e também pelo valor e data limite de entrega.</a:t>
            </a:r>
          </a:p>
          <a:p>
            <a:pPr marL="0" marR="0" lvl="0" indent="0" algn="ctr" rtl="0">
              <a:lnSpc>
                <a:spcPct val="100000"/>
              </a:lnSpc>
              <a:spcBef>
                <a:spcPts val="0"/>
              </a:spcBef>
              <a:spcAft>
                <a:spcPts val="0"/>
              </a:spcAft>
              <a:buClr>
                <a:schemeClr val="dk1"/>
              </a:buClr>
              <a:buSzPts val="1100"/>
              <a:buFont typeface="Arial"/>
              <a:buNone/>
            </a:pPr>
            <a:endParaRPr sz="1200" b="0" i="0" u="none" strike="noStrike" cap="none" dirty="0">
              <a:solidFill>
                <a:schemeClr val="dk1"/>
              </a:solidFill>
              <a:latin typeface="Roboto" panose="020B0604020202020204" charset="0"/>
              <a:ea typeface="Roboto" panose="020B0604020202020204" charset="0"/>
              <a:sym typeface="Arial"/>
            </a:endParaRPr>
          </a:p>
        </p:txBody>
      </p:sp>
      <p:sp>
        <p:nvSpPr>
          <p:cNvPr id="142" name="Google Shape;142;p3"/>
          <p:cNvSpPr/>
          <p:nvPr/>
        </p:nvSpPr>
        <p:spPr>
          <a:xfrm>
            <a:off x="4219176" y="4439133"/>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4428725" y="4648682"/>
            <a:ext cx="564169" cy="564169"/>
          </a:xfrm>
          <a:prstGeom prst="rect">
            <a:avLst/>
          </a:prstGeom>
          <a:blipFill rotWithShape="1">
            <a:blip r:embed="rId9">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3904853" y="5716907"/>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txBox="1"/>
          <p:nvPr/>
        </p:nvSpPr>
        <p:spPr>
          <a:xfrm>
            <a:off x="3707371" y="5610304"/>
            <a:ext cx="2006876"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AVALIAÇÕES DOS PEDIDOS - </a:t>
            </a:r>
            <a:r>
              <a:rPr lang="pt-BR" sz="1200" dirty="0">
                <a:solidFill>
                  <a:schemeClr val="dk1"/>
                </a:solidFill>
                <a:latin typeface="Roboto" panose="020B0604020202020204" charset="0"/>
                <a:ea typeface="Roboto" panose="020B0604020202020204" charset="0"/>
              </a:rPr>
              <a:t>Composto pelo ID da avaliação, do pedido, nota, comentários e data.</a:t>
            </a:r>
            <a:endParaRPr lang="en-US" sz="1200" b="0" i="0" u="none" strike="noStrike" cap="none" dirty="0">
              <a:solidFill>
                <a:schemeClr val="dk1"/>
              </a:solidFill>
              <a:latin typeface="Roboto" panose="020B0604020202020204" charset="0"/>
              <a:ea typeface="Roboto" panose="020B0604020202020204" charset="0"/>
              <a:sym typeface="Arial"/>
            </a:endParaRPr>
          </a:p>
        </p:txBody>
      </p:sp>
      <p:sp>
        <p:nvSpPr>
          <p:cNvPr id="146" name="Google Shape;146;p3"/>
          <p:cNvSpPr/>
          <p:nvPr/>
        </p:nvSpPr>
        <p:spPr>
          <a:xfrm>
            <a:off x="7149863" y="4417489"/>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7359412" y="4627038"/>
            <a:ext cx="564169" cy="564169"/>
          </a:xfrm>
          <a:prstGeom prst="rect">
            <a:avLst/>
          </a:prstGeom>
          <a:blipFill rotWithShape="1">
            <a:blip r:embed="rId10">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6835540" y="5707020"/>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txBox="1"/>
          <p:nvPr/>
        </p:nvSpPr>
        <p:spPr>
          <a:xfrm>
            <a:off x="6730704" y="5610305"/>
            <a:ext cx="1873045"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DADOS DE PAGAMENTOS - </a:t>
            </a:r>
            <a:r>
              <a:rPr lang="pt-BR" sz="1200" dirty="0">
                <a:solidFill>
                  <a:schemeClr val="dk1"/>
                </a:solidFill>
                <a:latin typeface="Roboto" panose="020B0604020202020204" charset="0"/>
                <a:ea typeface="Roboto" panose="020B0604020202020204" charset="0"/>
              </a:rPr>
              <a:t>Composto pelo ID do pedido, tipo do pagamento e valor.</a:t>
            </a:r>
            <a:endParaRPr sz="1200" b="0" i="0" u="none" strike="noStrike" cap="none" dirty="0">
              <a:solidFill>
                <a:schemeClr val="dk1"/>
              </a:solidFill>
              <a:latin typeface="Roboto" panose="020B0604020202020204" charset="0"/>
              <a:ea typeface="Roboto" panose="020B0604020202020204" charset="0"/>
              <a:sym typeface="Arial"/>
            </a:endParaRPr>
          </a:p>
        </p:txBody>
      </p:sp>
      <p:sp>
        <p:nvSpPr>
          <p:cNvPr id="150" name="Google Shape;150;p3"/>
          <p:cNvSpPr/>
          <p:nvPr/>
        </p:nvSpPr>
        <p:spPr>
          <a:xfrm>
            <a:off x="9987766" y="4417489"/>
            <a:ext cx="983267" cy="983267"/>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10197315" y="4627038"/>
            <a:ext cx="564169" cy="564169"/>
          </a:xfrm>
          <a:prstGeom prst="rect">
            <a:avLst/>
          </a:prstGeom>
          <a:blipFill rotWithShape="1">
            <a:blip r:embed="rId11">
              <a:alphaModFix/>
            </a:blip>
            <a:stretch>
              <a:fillRect/>
            </a:stretch>
          </a:blipFill>
          <a:ln w="12700" cap="flat" cmpd="sng">
            <a:solidFill>
              <a:schemeClr val="lt2">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9673443" y="5707020"/>
            <a:ext cx="1611914" cy="644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txBox="1"/>
          <p:nvPr/>
        </p:nvSpPr>
        <p:spPr>
          <a:xfrm>
            <a:off x="9673443" y="5610305"/>
            <a:ext cx="1611914" cy="644765"/>
          </a:xfrm>
          <a:prstGeom prst="rect">
            <a:avLst/>
          </a:prstGeom>
          <a:noFill/>
          <a:ln>
            <a:noFill/>
          </a:ln>
        </p:spPr>
        <p:txBody>
          <a:bodyPr spcFirstLastPara="1" wrap="square" lIns="0" tIns="0" rIns="0" bIns="0" anchor="t" anchorCtr="0">
            <a:noAutofit/>
          </a:bodyPr>
          <a:lstStyle/>
          <a:p>
            <a:pPr lvl="0" algn="ctr">
              <a:buClr>
                <a:schemeClr val="dk1"/>
              </a:buClr>
              <a:buSzPts val="1100"/>
            </a:pPr>
            <a:r>
              <a:rPr lang="en-US" sz="1200" b="0" i="0" u="none" strike="noStrike" cap="none" dirty="0">
                <a:solidFill>
                  <a:schemeClr val="dk1"/>
                </a:solidFill>
                <a:latin typeface="Roboto" panose="020B0604020202020204" charset="0"/>
                <a:ea typeface="Roboto" panose="020B0604020202020204" charset="0"/>
                <a:sym typeface="Arial"/>
              </a:rPr>
              <a:t>GEOLOCALIZAÇÃO – </a:t>
            </a:r>
          </a:p>
          <a:p>
            <a:pPr lvl="0" algn="ctr">
              <a:buClr>
                <a:schemeClr val="dk1"/>
              </a:buClr>
              <a:buSzPts val="1100"/>
            </a:pPr>
            <a:r>
              <a:rPr lang="pt-BR" sz="1200" dirty="0">
                <a:solidFill>
                  <a:schemeClr val="dk1"/>
                </a:solidFill>
                <a:latin typeface="Roboto" panose="020B0604020202020204" charset="0"/>
                <a:ea typeface="Roboto" panose="020B0604020202020204" charset="0"/>
              </a:rPr>
              <a:t>Composto pela cidade e estado da compra.</a:t>
            </a:r>
            <a:endParaRPr sz="1200" b="0" i="0" u="none" strike="noStrike" cap="none" dirty="0">
              <a:solidFill>
                <a:schemeClr val="dk1"/>
              </a:solidFill>
              <a:latin typeface="Roboto" panose="020B0604020202020204" charset="0"/>
              <a:ea typeface="Roboto" panose="020B0604020202020204" charset="0"/>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4"/>
          <p:cNvSpPr/>
          <p:nvPr/>
        </p:nvSpPr>
        <p:spPr>
          <a:xfrm>
            <a:off x="517870" y="508090"/>
            <a:ext cx="5021183"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9" name="Google Shape;159;p4"/>
          <p:cNvSpPr/>
          <p:nvPr/>
        </p:nvSpPr>
        <p:spPr>
          <a:xfrm>
            <a:off x="517870" y="508090"/>
            <a:ext cx="5021183"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0" name="Google Shape;160;p4"/>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61" name="Google Shape;161;p4"/>
          <p:cNvSpPr txBox="1">
            <a:spLocks noGrp="1"/>
          </p:cNvSpPr>
          <p:nvPr>
            <p:ph type="ctrTitle"/>
          </p:nvPr>
        </p:nvSpPr>
        <p:spPr>
          <a:xfrm>
            <a:off x="517875" y="976150"/>
            <a:ext cx="4015500" cy="22677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3330"/>
              <a:buFont typeface="Arial"/>
              <a:buNone/>
            </a:pPr>
            <a:r>
              <a:rPr lang="en-US" sz="3700" b="1">
                <a:latin typeface="Arial"/>
                <a:ea typeface="Arial"/>
                <a:cs typeface="Arial"/>
                <a:sym typeface="Arial"/>
              </a:rPr>
              <a:t>Seleção de Dados e Informações para Análise:</a:t>
            </a:r>
            <a:endParaRPr sz="3700"/>
          </a:p>
        </p:txBody>
      </p:sp>
      <p:sp>
        <p:nvSpPr>
          <p:cNvPr id="162" name="Google Shape;162;p4"/>
          <p:cNvSpPr/>
          <p:nvPr/>
        </p:nvSpPr>
        <p:spPr>
          <a:xfrm>
            <a:off x="517873" y="508100"/>
            <a:ext cx="4015500" cy="149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63" name="Google Shape;163;p4"/>
          <p:cNvSpPr/>
          <p:nvPr/>
        </p:nvSpPr>
        <p:spPr>
          <a:xfrm>
            <a:off x="6166463" y="611650"/>
            <a:ext cx="5516889"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164" name="Google Shape;164;p4" descr="Lupa mostrando declínio de desempenho"/>
          <p:cNvPicPr preferRelativeResize="0"/>
          <p:nvPr/>
        </p:nvPicPr>
        <p:blipFill rotWithShape="1">
          <a:blip r:embed="rId3">
            <a:alphaModFix/>
          </a:blip>
          <a:srcRect r="4547"/>
          <a:stretch/>
        </p:blipFill>
        <p:spPr>
          <a:xfrm>
            <a:off x="517849" y="3466601"/>
            <a:ext cx="4015575" cy="2808098"/>
          </a:xfrm>
          <a:prstGeom prst="rect">
            <a:avLst/>
          </a:prstGeom>
          <a:noFill/>
          <a:ln>
            <a:noFill/>
          </a:ln>
        </p:spPr>
      </p:pic>
      <p:sp>
        <p:nvSpPr>
          <p:cNvPr id="165" name="Google Shape;165;p4"/>
          <p:cNvSpPr txBox="1">
            <a:spLocks noGrp="1"/>
          </p:cNvSpPr>
          <p:nvPr>
            <p:ph type="subTitle" idx="1"/>
          </p:nvPr>
        </p:nvSpPr>
        <p:spPr>
          <a:xfrm>
            <a:off x="5072075" y="976150"/>
            <a:ext cx="6602100" cy="5370000"/>
          </a:xfrm>
          <a:prstGeom prst="rect">
            <a:avLst/>
          </a:prstGeom>
          <a:noFill/>
          <a:ln>
            <a:noFill/>
          </a:ln>
        </p:spPr>
        <p:txBody>
          <a:bodyPr spcFirstLastPara="1" wrap="square" lIns="91425" tIns="45700" rIns="91425" bIns="45700" anchor="b" anchorCtr="0">
            <a:noAutofit/>
          </a:bodyPr>
          <a:lstStyle/>
          <a:p>
            <a:pPr marL="0" lvl="0" indent="0" algn="just" rtl="0">
              <a:lnSpc>
                <a:spcPct val="115000"/>
              </a:lnSpc>
              <a:spcBef>
                <a:spcPts val="1500"/>
              </a:spcBef>
              <a:spcAft>
                <a:spcPts val="0"/>
              </a:spcAft>
              <a:buNone/>
            </a:pPr>
            <a:r>
              <a:rPr lang="en-US" sz="1600" dirty="0">
                <a:solidFill>
                  <a:schemeClr val="dk1"/>
                </a:solidFill>
                <a:latin typeface="Roboto"/>
                <a:ea typeface="Roboto"/>
                <a:cs typeface="Roboto"/>
                <a:sym typeface="Roboto"/>
              </a:rPr>
              <a:t>Para </a:t>
            </a:r>
            <a:r>
              <a:rPr lang="en-US" sz="1600" dirty="0" err="1">
                <a:solidFill>
                  <a:schemeClr val="dk1"/>
                </a:solidFill>
                <a:latin typeface="Roboto"/>
                <a:ea typeface="Roboto"/>
                <a:cs typeface="Roboto"/>
                <a:sym typeface="Roboto"/>
              </a:rPr>
              <a:t>conduzir</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nossa</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análise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optamos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por</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utilizar</a:t>
            </a:r>
            <a:r>
              <a:rPr lang="en-US" sz="1600" dirty="0">
                <a:solidFill>
                  <a:schemeClr val="dk1"/>
                </a:solidFill>
                <a:latin typeface="Roboto"/>
                <a:ea typeface="Roboto"/>
                <a:cs typeface="Roboto"/>
                <a:sym typeface="Roboto"/>
              </a:rPr>
              <a:t> a </a:t>
            </a:r>
            <a:r>
              <a:rPr lang="en-US" sz="1600" dirty="0" err="1">
                <a:solidFill>
                  <a:schemeClr val="dk1"/>
                </a:solidFill>
                <a:latin typeface="Roboto"/>
                <a:ea typeface="Roboto"/>
                <a:cs typeface="Roboto"/>
                <a:sym typeface="Roboto"/>
              </a:rPr>
              <a:t>linguagem</a:t>
            </a:r>
            <a:r>
              <a:rPr lang="en-US" sz="1600" dirty="0">
                <a:solidFill>
                  <a:schemeClr val="dk1"/>
                </a:solidFill>
                <a:latin typeface="Roboto"/>
                <a:ea typeface="Roboto"/>
                <a:cs typeface="Roboto"/>
                <a:sym typeface="Roboto"/>
              </a:rPr>
              <a:t> Python, </a:t>
            </a:r>
            <a:r>
              <a:rPr lang="en-US" sz="1600" dirty="0" err="1">
                <a:solidFill>
                  <a:schemeClr val="dk1"/>
                </a:solidFill>
                <a:latin typeface="Roboto"/>
                <a:ea typeface="Roboto"/>
                <a:cs typeface="Roboto"/>
                <a:sym typeface="Roboto"/>
              </a:rPr>
              <a:t>por</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meio</a:t>
            </a:r>
            <a:r>
              <a:rPr lang="en-US" sz="1600" dirty="0">
                <a:solidFill>
                  <a:schemeClr val="dk1"/>
                </a:solidFill>
                <a:latin typeface="Roboto"/>
                <a:ea typeface="Roboto"/>
                <a:cs typeface="Roboto"/>
                <a:sym typeface="Roboto"/>
              </a:rPr>
              <a:t> do </a:t>
            </a:r>
            <a:r>
              <a:rPr lang="en-US" sz="1600" dirty="0" err="1">
                <a:solidFill>
                  <a:schemeClr val="dk1"/>
                </a:solidFill>
                <a:latin typeface="Roboto"/>
                <a:ea typeface="Roboto"/>
                <a:cs typeface="Roboto"/>
                <a:sym typeface="Roboto"/>
              </a:rPr>
              <a:t>ambiente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JupyterLab</a:t>
            </a:r>
            <a:r>
              <a:rPr lang="en-US" sz="1600" dirty="0">
                <a:solidFill>
                  <a:schemeClr val="dk1"/>
                </a:solidFill>
                <a:latin typeface="Roboto"/>
                <a:ea typeface="Roboto"/>
                <a:cs typeface="Roboto"/>
                <a:sym typeface="Roboto"/>
              </a:rPr>
              <a:t>, o </a:t>
            </a:r>
            <a:r>
              <a:rPr lang="en-US" sz="1600" dirty="0" err="1">
                <a:solidFill>
                  <a:schemeClr val="dk1"/>
                </a:solidFill>
                <a:latin typeface="Roboto"/>
                <a:ea typeface="Roboto"/>
                <a:cs typeface="Roboto"/>
                <a:sym typeface="Roboto"/>
              </a:rPr>
              <a:t>qual</a:t>
            </a:r>
            <a:r>
              <a:rPr lang="en-US" sz="1600" dirty="0">
                <a:solidFill>
                  <a:schemeClr val="dk1"/>
                </a:solidFill>
                <a:latin typeface="Roboto"/>
                <a:ea typeface="Roboto"/>
                <a:cs typeface="Roboto"/>
                <a:sym typeface="Roboto"/>
              </a:rPr>
              <a:t> é </a:t>
            </a:r>
            <a:r>
              <a:rPr lang="en-US" sz="1600" dirty="0" err="1">
                <a:solidFill>
                  <a:schemeClr val="dk1"/>
                </a:solidFill>
                <a:latin typeface="Roboto"/>
                <a:ea typeface="Roboto"/>
                <a:cs typeface="Roboto"/>
                <a:sym typeface="Roboto"/>
              </a:rPr>
              <a:t>uma</a:t>
            </a:r>
            <a:r>
              <a:rPr lang="en-US" sz="1600" dirty="0">
                <a:solidFill>
                  <a:schemeClr val="dk1"/>
                </a:solidFill>
                <a:latin typeface="Roboto"/>
                <a:ea typeface="Roboto"/>
                <a:cs typeface="Roboto"/>
                <a:sym typeface="Roboto"/>
              </a:rPr>
              <a:t> ferramenta que </a:t>
            </a:r>
            <a:r>
              <a:rPr lang="en-US" sz="1600" dirty="0" err="1">
                <a:solidFill>
                  <a:schemeClr val="dk1"/>
                </a:solidFill>
                <a:latin typeface="Roboto"/>
                <a:ea typeface="Roboto"/>
                <a:cs typeface="Roboto"/>
                <a:sym typeface="Roboto"/>
              </a:rPr>
              <a:t>permite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manipular</a:t>
            </a:r>
            <a:r>
              <a:rPr lang="en-US" sz="1600" dirty="0">
                <a:solidFill>
                  <a:schemeClr val="dk1"/>
                </a:solidFill>
                <a:latin typeface="Roboto"/>
                <a:ea typeface="Roboto"/>
                <a:cs typeface="Roboto"/>
                <a:sym typeface="Roboto"/>
              </a:rPr>
              <a:t> dados de </a:t>
            </a:r>
            <a:r>
              <a:rPr lang="en-US" sz="1600" dirty="0" err="1">
                <a:solidFill>
                  <a:schemeClr val="dk1"/>
                </a:solidFill>
                <a:latin typeface="Roboto"/>
                <a:ea typeface="Roboto"/>
                <a:cs typeface="Roboto"/>
                <a:sym typeface="Roboto"/>
              </a:rPr>
              <a:t>maneira</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interativa</a:t>
            </a:r>
            <a:r>
              <a:rPr lang="en-US" sz="1600" dirty="0">
                <a:solidFill>
                  <a:schemeClr val="dk1"/>
                </a:solidFill>
                <a:latin typeface="Roboto"/>
                <a:ea typeface="Roboto"/>
                <a:cs typeface="Roboto"/>
                <a:sym typeface="Roboto"/>
              </a:rPr>
              <a:t> e </a:t>
            </a:r>
            <a:r>
              <a:rPr lang="en-US" sz="1600" dirty="0" err="1">
                <a:solidFill>
                  <a:schemeClr val="dk1"/>
                </a:solidFill>
                <a:latin typeface="Roboto"/>
                <a:ea typeface="Roboto"/>
                <a:cs typeface="Roboto"/>
                <a:sym typeface="Roboto"/>
              </a:rPr>
              <a:t>visualmente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intuitiva</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Foi</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decidido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trabalhar</a:t>
            </a:r>
            <a:r>
              <a:rPr lang="en-US" sz="1600" dirty="0">
                <a:solidFill>
                  <a:schemeClr val="dk1"/>
                </a:solidFill>
                <a:latin typeface="Roboto"/>
                <a:ea typeface="Roboto"/>
                <a:cs typeface="Roboto"/>
                <a:sym typeface="Roboto"/>
              </a:rPr>
              <a:t> com </a:t>
            </a:r>
            <a:r>
              <a:rPr lang="en-US" sz="1600" dirty="0" err="1">
                <a:solidFill>
                  <a:schemeClr val="dk1"/>
                </a:solidFill>
                <a:latin typeface="Roboto"/>
                <a:ea typeface="Roboto"/>
                <a:cs typeface="Roboto"/>
                <a:sym typeface="Roboto"/>
              </a:rPr>
              <a:t>os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oito</a:t>
            </a:r>
            <a:r>
              <a:rPr lang="en-US" sz="1600" dirty="0">
                <a:solidFill>
                  <a:schemeClr val="dk1"/>
                </a:solidFill>
                <a:latin typeface="Roboto"/>
                <a:ea typeface="Roboto"/>
                <a:cs typeface="Roboto"/>
                <a:sym typeface="Roboto"/>
              </a:rPr>
              <a:t> conjuntos de dados </a:t>
            </a:r>
            <a:r>
              <a:rPr lang="en-US" sz="1600" dirty="0" err="1">
                <a:solidFill>
                  <a:schemeClr val="dk1"/>
                </a:solidFill>
                <a:latin typeface="Roboto"/>
                <a:ea typeface="Roboto"/>
                <a:cs typeface="Roboto"/>
                <a:sym typeface="Roboto"/>
              </a:rPr>
              <a:t>iniciais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pois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cada</a:t>
            </a:r>
            <a:r>
              <a:rPr lang="en-US" sz="1600" dirty="0">
                <a:solidFill>
                  <a:schemeClr val="dk1"/>
                </a:solidFill>
                <a:latin typeface="Roboto"/>
                <a:ea typeface="Roboto"/>
                <a:cs typeface="Roboto"/>
                <a:sym typeface="Roboto"/>
              </a:rPr>
              <a:t> um deles </a:t>
            </a:r>
            <a:r>
              <a:rPr lang="en-US" sz="1600" dirty="0" err="1">
                <a:solidFill>
                  <a:schemeClr val="dk1"/>
                </a:solidFill>
                <a:latin typeface="Roboto"/>
                <a:ea typeface="Roboto"/>
                <a:cs typeface="Roboto"/>
                <a:sym typeface="Roboto"/>
              </a:rPr>
              <a:t>poderia</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conter</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informações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valiosas</a:t>
            </a:r>
            <a:r>
              <a:rPr lang="en-US" sz="1600" dirty="0">
                <a:solidFill>
                  <a:schemeClr val="dk1"/>
                </a:solidFill>
                <a:latin typeface="Roboto"/>
                <a:ea typeface="Roboto"/>
                <a:cs typeface="Roboto"/>
                <a:sym typeface="Roboto"/>
              </a:rPr>
              <a:t>. Com o </a:t>
            </a:r>
            <a:r>
              <a:rPr lang="en-US" sz="1600" dirty="0" err="1">
                <a:solidFill>
                  <a:schemeClr val="dk1"/>
                </a:solidFill>
                <a:latin typeface="Roboto"/>
                <a:ea typeface="Roboto"/>
                <a:cs typeface="Roboto"/>
                <a:sym typeface="Roboto"/>
              </a:rPr>
              <a:t>intuito</a:t>
            </a:r>
            <a:r>
              <a:rPr lang="en-US" sz="1600" dirty="0">
                <a:solidFill>
                  <a:schemeClr val="dk1"/>
                </a:solidFill>
                <a:latin typeface="Roboto"/>
                <a:ea typeface="Roboto"/>
                <a:cs typeface="Roboto"/>
                <a:sym typeface="Roboto"/>
              </a:rPr>
              <a:t> de </a:t>
            </a:r>
            <a:r>
              <a:rPr lang="en-US" sz="1600" dirty="0" err="1">
                <a:solidFill>
                  <a:schemeClr val="dk1"/>
                </a:solidFill>
                <a:latin typeface="Roboto"/>
                <a:ea typeface="Roboto"/>
                <a:cs typeface="Roboto"/>
                <a:sym typeface="Roboto"/>
              </a:rPr>
              <a:t>facilitar</a:t>
            </a:r>
            <a:r>
              <a:rPr lang="en-US" sz="1600" dirty="0">
                <a:solidFill>
                  <a:schemeClr val="dk1"/>
                </a:solidFill>
                <a:latin typeface="Roboto"/>
                <a:ea typeface="Roboto"/>
                <a:cs typeface="Roboto"/>
                <a:sym typeface="Roboto"/>
              </a:rPr>
              <a:t> a </a:t>
            </a:r>
            <a:r>
              <a:rPr lang="en-US" sz="1600" dirty="0" err="1">
                <a:solidFill>
                  <a:schemeClr val="dk1"/>
                </a:solidFill>
                <a:latin typeface="Roboto"/>
                <a:ea typeface="Roboto"/>
                <a:cs typeface="Roboto"/>
                <a:sym typeface="Roboto"/>
              </a:rPr>
              <a:t>interpretação</a:t>
            </a:r>
            <a:r>
              <a:rPr lang="en-US" sz="1600" dirty="0">
                <a:solidFill>
                  <a:schemeClr val="dk1"/>
                </a:solidFill>
                <a:latin typeface="Roboto"/>
                <a:ea typeface="Roboto"/>
                <a:cs typeface="Roboto"/>
                <a:sym typeface="Roboto"/>
              </a:rPr>
              <a:t> e o </a:t>
            </a:r>
            <a:r>
              <a:rPr lang="en-US" sz="1600" dirty="0" err="1">
                <a:solidFill>
                  <a:schemeClr val="dk1"/>
                </a:solidFill>
                <a:latin typeface="Roboto"/>
                <a:ea typeface="Roboto"/>
                <a:cs typeface="Roboto"/>
                <a:sym typeface="Roboto"/>
              </a:rPr>
              <a:t>processamento</a:t>
            </a:r>
            <a:r>
              <a:rPr lang="en-US" sz="1600" dirty="0">
                <a:solidFill>
                  <a:schemeClr val="dk1"/>
                </a:solidFill>
                <a:latin typeface="Roboto"/>
                <a:ea typeface="Roboto"/>
                <a:cs typeface="Roboto"/>
                <a:sym typeface="Roboto"/>
              </a:rPr>
              <a:t> dos dados, </a:t>
            </a:r>
            <a:r>
              <a:rPr lang="en-US" sz="1600" dirty="0" err="1">
                <a:solidFill>
                  <a:schemeClr val="dk1"/>
                </a:solidFill>
                <a:latin typeface="Roboto"/>
                <a:ea typeface="Roboto"/>
                <a:cs typeface="Roboto"/>
                <a:sym typeface="Roboto"/>
              </a:rPr>
              <a:t>foram</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unificados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todos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os</a:t>
            </a:r>
            <a:r>
              <a:rPr lang="en-US" sz="1600" dirty="0">
                <a:solidFill>
                  <a:schemeClr val="dk1"/>
                </a:solidFill>
                <a:latin typeface="Roboto"/>
                <a:ea typeface="Roboto"/>
                <a:cs typeface="Roboto"/>
                <a:sym typeface="Roboto"/>
              </a:rPr>
              <a:t> conjuntos </a:t>
            </a:r>
            <a:r>
              <a:rPr lang="en-US" sz="1600" dirty="0" err="1">
                <a:solidFill>
                  <a:schemeClr val="dk1"/>
                </a:solidFill>
                <a:latin typeface="Roboto"/>
                <a:ea typeface="Roboto"/>
                <a:cs typeface="Roboto"/>
                <a:sym typeface="Roboto"/>
              </a:rPr>
              <a:t>em</a:t>
            </a:r>
            <a:r>
              <a:rPr lang="en-US" sz="1600" dirty="0">
                <a:solidFill>
                  <a:schemeClr val="dk1"/>
                </a:solidFill>
                <a:latin typeface="Roboto"/>
                <a:ea typeface="Roboto"/>
                <a:cs typeface="Roboto"/>
                <a:sym typeface="Roboto"/>
              </a:rPr>
              <a:t> um </a:t>
            </a:r>
            <a:r>
              <a:rPr lang="en-US" sz="1600" dirty="0" err="1">
                <a:solidFill>
                  <a:schemeClr val="dk1"/>
                </a:solidFill>
                <a:latin typeface="Roboto"/>
                <a:ea typeface="Roboto"/>
                <a:cs typeface="Roboto"/>
                <a:sym typeface="Roboto"/>
              </a:rPr>
              <a:t>único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DataFrame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proporcionando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uma</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visão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abrangente</a:t>
            </a:r>
            <a:r>
              <a:rPr lang="en-US" sz="1600" dirty="0">
                <a:solidFill>
                  <a:schemeClr val="dk1"/>
                </a:solidFill>
                <a:latin typeface="Roboto"/>
                <a:ea typeface="Roboto"/>
                <a:cs typeface="Roboto"/>
                <a:sym typeface="Roboto"/>
              </a:rPr>
              <a:t> e </a:t>
            </a:r>
            <a:r>
              <a:rPr lang="en-US" sz="1600" dirty="0" err="1">
                <a:solidFill>
                  <a:schemeClr val="dk1"/>
                </a:solidFill>
                <a:latin typeface="Roboto"/>
                <a:ea typeface="Roboto"/>
                <a:cs typeface="Roboto"/>
                <a:sym typeface="Roboto"/>
              </a:rPr>
              <a:t>simplificada</a:t>
            </a:r>
            <a:r>
              <a:rPr lang="en-US" sz="1600" dirty="0">
                <a:solidFill>
                  <a:schemeClr val="dk1"/>
                </a:solidFill>
                <a:latin typeface="Roboto"/>
                <a:ea typeface="Roboto"/>
                <a:cs typeface="Roboto"/>
                <a:sym typeface="Roboto"/>
              </a:rPr>
              <a:t> das </a:t>
            </a:r>
            <a:r>
              <a:rPr lang="en-US" sz="1600" dirty="0" err="1">
                <a:solidFill>
                  <a:schemeClr val="dk1"/>
                </a:solidFill>
                <a:latin typeface="Roboto"/>
                <a:ea typeface="Roboto"/>
                <a:cs typeface="Roboto"/>
                <a:sym typeface="Roboto"/>
              </a:rPr>
              <a:t>informações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disponíveis</a:t>
            </a:r>
            <a:r>
              <a:rPr lang="en-US" sz="1600" dirty="0">
                <a:solidFill>
                  <a:schemeClr val="dk1"/>
                </a:solidFill>
                <a:latin typeface="Roboto"/>
                <a:ea typeface="Roboto"/>
                <a:cs typeface="Roboto"/>
                <a:sym typeface="Roboto"/>
              </a:rPr>
              <a:t>.</a:t>
            </a:r>
            <a:endParaRPr sz="1600" dirty="0">
              <a:solidFill>
                <a:schemeClr val="dk1"/>
              </a:solidFill>
              <a:latin typeface="Roboto"/>
              <a:ea typeface="Roboto"/>
              <a:cs typeface="Roboto"/>
              <a:sym typeface="Roboto"/>
            </a:endParaRPr>
          </a:p>
          <a:p>
            <a:pPr marL="0" lvl="0" indent="0" algn="just" rtl="0">
              <a:lnSpc>
                <a:spcPct val="115000"/>
              </a:lnSpc>
              <a:spcBef>
                <a:spcPts val="1500"/>
              </a:spcBef>
              <a:spcAft>
                <a:spcPts val="0"/>
              </a:spcAft>
              <a:buNone/>
            </a:pPr>
            <a:r>
              <a:rPr lang="en-US" sz="1600" dirty="0" err="1">
                <a:solidFill>
                  <a:schemeClr val="dk1"/>
                </a:solidFill>
                <a:latin typeface="Roboto"/>
                <a:ea typeface="Roboto"/>
                <a:cs typeface="Roboto"/>
                <a:sym typeface="Roboto"/>
              </a:rPr>
              <a:t>Posteriormente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foram</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realizadas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análises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relevantes</a:t>
            </a:r>
            <a:r>
              <a:rPr lang="en-US" sz="1600" dirty="0">
                <a:solidFill>
                  <a:schemeClr val="dk1"/>
                </a:solidFill>
                <a:latin typeface="Roboto"/>
                <a:ea typeface="Roboto"/>
                <a:cs typeface="Roboto"/>
                <a:sym typeface="Roboto"/>
              </a:rPr>
              <a:t> para a </a:t>
            </a:r>
            <a:r>
              <a:rPr lang="en-US" sz="1600" dirty="0" err="1">
                <a:solidFill>
                  <a:schemeClr val="dk1"/>
                </a:solidFill>
                <a:latin typeface="Roboto"/>
                <a:ea typeface="Roboto"/>
                <a:cs typeface="Roboto"/>
                <a:sym typeface="Roboto"/>
              </a:rPr>
              <a:t>empresa</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identificando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tendências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padrões</a:t>
            </a:r>
            <a:r>
              <a:rPr lang="en-US" sz="1600" dirty="0">
                <a:solidFill>
                  <a:schemeClr val="dk1"/>
                </a:solidFill>
                <a:latin typeface="Roboto"/>
                <a:ea typeface="Roboto"/>
                <a:cs typeface="Roboto"/>
                <a:sym typeface="Roboto"/>
              </a:rPr>
              <a:t> e insights </a:t>
            </a:r>
            <a:r>
              <a:rPr lang="en-US" sz="1600" dirty="0" err="1">
                <a:solidFill>
                  <a:schemeClr val="dk1"/>
                </a:solidFill>
                <a:latin typeface="Roboto"/>
                <a:ea typeface="Roboto"/>
                <a:cs typeface="Roboto"/>
                <a:sym typeface="Roboto"/>
              </a:rPr>
              <a:t>estratégicos</a:t>
            </a:r>
            <a:r>
              <a:rPr lang="en-US" sz="1600" dirty="0">
                <a:solidFill>
                  <a:schemeClr val="dk1"/>
                </a:solidFill>
                <a:latin typeface="Roboto"/>
                <a:ea typeface="Roboto"/>
                <a:cs typeface="Roboto"/>
                <a:sym typeface="Roboto"/>
              </a:rPr>
              <a:t>. A </a:t>
            </a:r>
            <a:r>
              <a:rPr lang="en-US" sz="1600" dirty="0" err="1">
                <a:solidFill>
                  <a:schemeClr val="dk1"/>
                </a:solidFill>
                <a:latin typeface="Roboto"/>
                <a:ea typeface="Roboto"/>
                <a:cs typeface="Roboto"/>
                <a:sym typeface="Roboto"/>
              </a:rPr>
              <a:t>atividade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também</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incluiu</a:t>
            </a:r>
            <a:r>
              <a:rPr lang="en-US" sz="1600" dirty="0">
                <a:solidFill>
                  <a:schemeClr val="dk1"/>
                </a:solidFill>
                <a:latin typeface="Roboto"/>
                <a:ea typeface="Roboto"/>
                <a:cs typeface="Roboto"/>
                <a:sym typeface="Roboto"/>
              </a:rPr>
              <a:t> a </a:t>
            </a:r>
            <a:r>
              <a:rPr lang="en-US" sz="1600" dirty="0" err="1">
                <a:solidFill>
                  <a:schemeClr val="dk1"/>
                </a:solidFill>
                <a:latin typeface="Roboto"/>
                <a:ea typeface="Roboto"/>
                <a:cs typeface="Roboto"/>
                <a:sym typeface="Roboto"/>
              </a:rPr>
              <a:t>investigação</a:t>
            </a:r>
            <a:r>
              <a:rPr lang="en-US" sz="1600" dirty="0">
                <a:solidFill>
                  <a:schemeClr val="dk1"/>
                </a:solidFill>
                <a:latin typeface="Roboto"/>
                <a:ea typeface="Roboto"/>
                <a:cs typeface="Roboto"/>
                <a:sym typeface="Roboto"/>
              </a:rPr>
              <a:t> de </a:t>
            </a:r>
            <a:r>
              <a:rPr lang="en-US" sz="1600" dirty="0" err="1">
                <a:solidFill>
                  <a:schemeClr val="dk1"/>
                </a:solidFill>
                <a:latin typeface="Roboto"/>
                <a:ea typeface="Roboto"/>
                <a:cs typeface="Roboto"/>
                <a:sym typeface="Roboto"/>
              </a:rPr>
              <a:t>relações</a:t>
            </a:r>
            <a:r>
              <a:rPr lang="en-US" sz="1600" dirty="0">
                <a:solidFill>
                  <a:schemeClr val="dk1"/>
                </a:solidFill>
                <a:latin typeface="Roboto"/>
                <a:ea typeface="Roboto"/>
                <a:cs typeface="Roboto"/>
                <a:sym typeface="Roboto"/>
              </a:rPr>
              <a:t> e </a:t>
            </a:r>
            <a:r>
              <a:rPr lang="en-US" sz="1600" dirty="0" err="1">
                <a:solidFill>
                  <a:schemeClr val="dk1"/>
                </a:solidFill>
                <a:latin typeface="Roboto"/>
                <a:ea typeface="Roboto"/>
                <a:cs typeface="Roboto"/>
                <a:sym typeface="Roboto"/>
              </a:rPr>
              <a:t>correlações</a:t>
            </a:r>
            <a:r>
              <a:rPr lang="en-US" sz="1600" dirty="0">
                <a:solidFill>
                  <a:schemeClr val="dk1"/>
                </a:solidFill>
                <a:latin typeface="Roboto"/>
                <a:ea typeface="Roboto"/>
                <a:cs typeface="Roboto"/>
                <a:sym typeface="Roboto"/>
              </a:rPr>
              <a:t> entre as </a:t>
            </a:r>
            <a:r>
              <a:rPr lang="en-US" sz="1600" dirty="0" err="1">
                <a:solidFill>
                  <a:schemeClr val="dk1"/>
                </a:solidFill>
                <a:latin typeface="Roboto"/>
                <a:ea typeface="Roboto"/>
                <a:cs typeface="Roboto"/>
                <a:sym typeface="Roboto"/>
              </a:rPr>
              <a:t>diversas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categorias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presentes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nos</a:t>
            </a:r>
            <a:r>
              <a:rPr lang="en-US" sz="1600" dirty="0">
                <a:solidFill>
                  <a:schemeClr val="dk1"/>
                </a:solidFill>
                <a:latin typeface="Roboto"/>
                <a:ea typeface="Roboto"/>
                <a:cs typeface="Roboto"/>
                <a:sym typeface="Roboto"/>
              </a:rPr>
              <a:t> dados. </a:t>
            </a:r>
            <a:r>
              <a:rPr lang="en-US" sz="1600" dirty="0" err="1">
                <a:solidFill>
                  <a:schemeClr val="dk1"/>
                </a:solidFill>
                <a:latin typeface="Roboto"/>
                <a:ea typeface="Roboto"/>
                <a:cs typeface="Roboto"/>
                <a:sym typeface="Roboto"/>
              </a:rPr>
              <a:t>Ao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longo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desse</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processo</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foram</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documentadas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análises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métodos</a:t>
            </a:r>
            <a:r>
              <a:rPr lang="en-US" sz="1600" dirty="0">
                <a:solidFill>
                  <a:schemeClr val="dk1"/>
                </a:solidFill>
                <a:latin typeface="Roboto"/>
                <a:ea typeface="Roboto"/>
                <a:cs typeface="Roboto"/>
                <a:sym typeface="Roboto"/>
              </a:rPr>
              <a:t> e </a:t>
            </a:r>
            <a:r>
              <a:rPr lang="en-US" sz="1600" dirty="0" err="1">
                <a:solidFill>
                  <a:schemeClr val="dk1"/>
                </a:solidFill>
                <a:latin typeface="Roboto"/>
                <a:ea typeface="Roboto"/>
                <a:cs typeface="Roboto"/>
                <a:sym typeface="Roboto"/>
              </a:rPr>
              <a:t>conclusões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garantindo</a:t>
            </a:r>
            <a:r>
              <a:rPr lang="en-US" sz="1600" dirty="0">
                <a:solidFill>
                  <a:schemeClr val="dk1"/>
                </a:solidFill>
                <a:latin typeface="Roboto"/>
                <a:ea typeface="Roboto"/>
                <a:cs typeface="Roboto"/>
                <a:sym typeface="Roboto"/>
              </a:rPr>
              <a:t> que </a:t>
            </a:r>
            <a:r>
              <a:rPr lang="en-US" sz="1600" dirty="0" err="1">
                <a:solidFill>
                  <a:schemeClr val="dk1"/>
                </a:solidFill>
                <a:latin typeface="Roboto"/>
                <a:ea typeface="Roboto"/>
                <a:cs typeface="Roboto"/>
                <a:sym typeface="Roboto"/>
              </a:rPr>
              <a:t>todas</a:t>
            </a:r>
            <a:r>
              <a:rPr lang="en-US" sz="1600" dirty="0">
                <a:solidFill>
                  <a:schemeClr val="dk1"/>
                </a:solidFill>
                <a:latin typeface="Roboto"/>
                <a:ea typeface="Roboto"/>
                <a:cs typeface="Roboto"/>
                <a:sym typeface="Roboto"/>
              </a:rPr>
              <a:t> as </a:t>
            </a:r>
            <a:r>
              <a:rPr lang="en-US" sz="1600" dirty="0" err="1">
                <a:solidFill>
                  <a:schemeClr val="dk1"/>
                </a:solidFill>
                <a:latin typeface="Roboto"/>
                <a:ea typeface="Roboto"/>
                <a:cs typeface="Roboto"/>
                <a:sym typeface="Roboto"/>
              </a:rPr>
              <a:t>etapas</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fossem</a:t>
            </a:r>
            <a:r>
              <a:rPr lang="en-US" sz="1600" dirty="0">
                <a:solidFill>
                  <a:schemeClr val="dk1"/>
                </a:solidFill>
                <a:latin typeface="Roboto"/>
                <a:ea typeface="Roboto"/>
                <a:cs typeface="Roboto"/>
                <a:sym typeface="Roboto"/>
              </a:rPr>
              <a:t> </a:t>
            </a:r>
            <a:r>
              <a:rPr lang="en-US" sz="1600" dirty="0" err="1">
                <a:solidFill>
                  <a:schemeClr val="dk1"/>
                </a:solidFill>
                <a:latin typeface="Roboto"/>
                <a:ea typeface="Roboto"/>
                <a:cs typeface="Roboto"/>
                <a:sym typeface="Roboto"/>
              </a:rPr>
              <a:t>transparentes</a:t>
            </a:r>
            <a:r>
              <a:rPr lang="en-US" sz="1600" dirty="0">
                <a:solidFill>
                  <a:schemeClr val="dk1"/>
                </a:solidFill>
                <a:latin typeface="Roboto"/>
                <a:ea typeface="Roboto"/>
                <a:cs typeface="Roboto"/>
                <a:sym typeface="Roboto"/>
              </a:rPr>
              <a:t> e </a:t>
            </a:r>
            <a:r>
              <a:rPr lang="en-US" sz="1600" dirty="0" err="1">
                <a:solidFill>
                  <a:schemeClr val="dk1"/>
                </a:solidFill>
                <a:latin typeface="Roboto"/>
                <a:ea typeface="Roboto"/>
                <a:cs typeface="Roboto"/>
                <a:sym typeface="Roboto"/>
              </a:rPr>
              <a:t>compreensíveis</a:t>
            </a:r>
            <a:r>
              <a:rPr lang="en-US" sz="1600" dirty="0">
                <a:solidFill>
                  <a:schemeClr val="dk1"/>
                </a:solidFill>
                <a:latin typeface="Roboto"/>
                <a:ea typeface="Roboto"/>
                <a:cs typeface="Roboto"/>
                <a:sym typeface="Roboto"/>
              </a:rPr>
              <a:t> para o </a:t>
            </a:r>
            <a:r>
              <a:rPr lang="en-US" sz="1600" dirty="0" err="1">
                <a:solidFill>
                  <a:schemeClr val="dk1"/>
                </a:solidFill>
                <a:latin typeface="Roboto"/>
                <a:ea typeface="Roboto"/>
                <a:cs typeface="Roboto"/>
                <a:sym typeface="Roboto"/>
              </a:rPr>
              <a:t>leitor</a:t>
            </a:r>
            <a:r>
              <a:rPr lang="en-US" sz="1600" dirty="0">
                <a:solidFill>
                  <a:schemeClr val="dk1"/>
                </a:solidFill>
                <a:latin typeface="Roboto"/>
                <a:ea typeface="Roboto"/>
                <a:cs typeface="Roboto"/>
                <a:sym typeface="Roboto"/>
              </a:rPr>
              <a:t>.</a:t>
            </a:r>
            <a:endParaRPr sz="1600" dirty="0">
              <a:solidFill>
                <a:schemeClr val="dk1"/>
              </a:solidFill>
              <a:latin typeface="Roboto"/>
              <a:ea typeface="Roboto"/>
              <a:cs typeface="Roboto"/>
              <a:sym typeface="Roboto"/>
            </a:endParaRPr>
          </a:p>
          <a:p>
            <a:pPr marL="0" lvl="0" indent="0" algn="ctr" rtl="0">
              <a:lnSpc>
                <a:spcPct val="115000"/>
              </a:lnSpc>
              <a:spcBef>
                <a:spcPts val="1500"/>
              </a:spcBef>
              <a:spcAft>
                <a:spcPts val="0"/>
              </a:spcAft>
              <a:buClr>
                <a:schemeClr val="dk1"/>
              </a:buClr>
              <a:buSzPts val="1100"/>
              <a:buNone/>
            </a:pPr>
            <a:endParaRPr sz="1750" dirty="0">
              <a:solidFill>
                <a:schemeClr val="dk1"/>
              </a:solidFill>
              <a:latin typeface="Roboto"/>
              <a:ea typeface="Roboto"/>
              <a:cs typeface="Roboto"/>
              <a:sym typeface="Roboto"/>
            </a:endParaRPr>
          </a:p>
        </p:txBody>
      </p:sp>
      <p:sp>
        <p:nvSpPr>
          <p:cNvPr id="166" name="Google Shape;166;p4"/>
          <p:cNvSpPr/>
          <p:nvPr/>
        </p:nvSpPr>
        <p:spPr>
          <a:xfrm>
            <a:off x="5067067" y="611650"/>
            <a:ext cx="6616200" cy="45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1ff40872408_1_58"/>
          <p:cNvSpPr txBox="1">
            <a:spLocks noGrp="1"/>
          </p:cNvSpPr>
          <p:nvPr>
            <p:ph type="title"/>
          </p:nvPr>
        </p:nvSpPr>
        <p:spPr>
          <a:xfrm>
            <a:off x="513820" y="2715391"/>
            <a:ext cx="11165400" cy="1647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5800" dirty="0" err="1"/>
              <a:t>Gráficos</a:t>
            </a:r>
            <a:r>
              <a:rPr lang="en-US" sz="5800" dirty="0"/>
              <a:t> e </a:t>
            </a:r>
            <a:r>
              <a:rPr lang="en-US" sz="5800" dirty="0" err="1"/>
              <a:t>Análises</a:t>
            </a:r>
            <a:r>
              <a:rPr lang="en-US" sz="5800" dirty="0"/>
              <a:t>:</a:t>
            </a:r>
            <a:endParaRPr sz="5800" dirty="0"/>
          </a:p>
        </p:txBody>
      </p:sp>
      <p:sp>
        <p:nvSpPr>
          <p:cNvPr id="199" name="Google Shape;199;g1ff40872408_1_58"/>
          <p:cNvSpPr txBox="1">
            <a:spLocks noGrp="1"/>
          </p:cNvSpPr>
          <p:nvPr>
            <p:ph type="sldNum" idx="12"/>
          </p:nvPr>
        </p:nvSpPr>
        <p:spPr>
          <a:xfrm>
            <a:off x="11454317" y="6420414"/>
            <a:ext cx="6378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200" name="Google Shape;200;g1ff40872408_1_58"/>
          <p:cNvSpPr/>
          <p:nvPr/>
        </p:nvSpPr>
        <p:spPr>
          <a:xfrm>
            <a:off x="517869" y="508090"/>
            <a:ext cx="11157303"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Vendas por Estado</a:t>
            </a: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6</a:t>
            </a:fld>
            <a:endParaRPr>
              <a:solidFill>
                <a:schemeClr val="accent3"/>
              </a:solidFill>
              <a:latin typeface="Average"/>
              <a:ea typeface="Average"/>
              <a:cs typeface="Average"/>
              <a:sym typeface="Average"/>
            </a:endParaRPr>
          </a:p>
        </p:txBody>
      </p:sp>
      <p:pic>
        <p:nvPicPr>
          <p:cNvPr id="11" name="Picture 2">
            <a:extLst>
              <a:ext uri="{FF2B5EF4-FFF2-40B4-BE49-F238E27FC236}">
                <a16:creationId xmlns:a16="http://schemas.microsoft.com/office/drawing/2014/main" id="{D1D7BB22-A4E5-448A-8997-422FE85E6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31" y="1938576"/>
            <a:ext cx="6473290" cy="4101739"/>
          </a:xfrm>
          <a:prstGeom prst="rect">
            <a:avLst/>
          </a:prstGeom>
          <a:noFill/>
          <a:extLst>
            <a:ext uri="{909E8E84-426E-40DD-AFC4-6F175D3DCCD1}">
              <a14:hiddenFill xmlns:a14="http://schemas.microsoft.com/office/drawing/2010/main">
                <a:solidFill>
                  <a:srgbClr val="FFFFFF"/>
                </a:solidFill>
              </a14:hiddenFill>
            </a:ext>
          </a:extLst>
        </p:spPr>
      </p:pic>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815882"/>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No gráfico, observa-se que a maioria das vendas ocorreu no estado de São Paulo, seguido pelos estados do Rio de Janeiro e Minas Gerais. </a:t>
            </a:r>
          </a:p>
          <a:p>
            <a:r>
              <a:rPr lang="pt-BR" sz="1600" dirty="0">
                <a:solidFill>
                  <a:schemeClr val="tx1"/>
                </a:solidFill>
                <a:latin typeface="Roboto" panose="020B0604020202020204" charset="0"/>
                <a:ea typeface="Roboto" panose="020B0604020202020204" charset="0"/>
              </a:rPr>
              <a:t>Portanto, deduz-se que o estado de São Paulo é o mercado que mais contribui para o faturamento da empresa.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Forma de Pagamento</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7</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569660"/>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Conforme demonstrado no gráfico, a modalidade de pagamento mais frequente entre os clientes é o cartão de crédito, seguido pelo boleto bancário. </a:t>
            </a:r>
          </a:p>
          <a:p>
            <a:r>
              <a:rPr lang="pt-BR" sz="1600" dirty="0">
                <a:solidFill>
                  <a:schemeClr val="tx1"/>
                </a:solidFill>
                <a:latin typeface="Roboto" panose="020B0604020202020204" charset="0"/>
                <a:ea typeface="Roboto" panose="020B0604020202020204" charset="0"/>
              </a:rPr>
              <a:t>Por outro lado, o cartão de débito e o voucher são opções menos utilizadas.</a:t>
            </a:r>
          </a:p>
        </p:txBody>
      </p:sp>
      <p:pic>
        <p:nvPicPr>
          <p:cNvPr id="6" name="Imagem 5" descr="Gráfico, Gráfico de barras&#10;&#10;Descrição gerada automaticamente">
            <a:extLst>
              <a:ext uri="{FF2B5EF4-FFF2-40B4-BE49-F238E27FC236}">
                <a16:creationId xmlns:a16="http://schemas.microsoft.com/office/drawing/2014/main" id="{B2204C56-3BF7-4534-BB80-93F52A1B17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788" y="1953324"/>
            <a:ext cx="6255434" cy="4086991"/>
          </a:xfrm>
          <a:prstGeom prst="rect">
            <a:avLst/>
          </a:prstGeom>
        </p:spPr>
      </p:pic>
    </p:spTree>
    <p:extLst>
      <p:ext uri="{BB962C8B-B14F-4D97-AF65-F5344CB8AC3E}">
        <p14:creationId xmlns:p14="http://schemas.microsoft.com/office/powerpoint/2010/main" val="109811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Categorias de Produtos maior Receita</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8</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569660"/>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Como pode ser visto, as três categorias que apresentaram maior receita de vendas foram: 'Cama, mesa e banho', 'Beleza e saúde' e 'Relógios e presentes'. Sendo essas as únicas categorias que somaram mais de 100 mil reais em receitas cada.</a:t>
            </a:r>
          </a:p>
        </p:txBody>
      </p:sp>
      <p:pic>
        <p:nvPicPr>
          <p:cNvPr id="6" name="Imagem 5" descr="Gráfico, Gráfico de funil&#10;&#10;Descrição gerada automaticamente">
            <a:extLst>
              <a:ext uri="{FF2B5EF4-FFF2-40B4-BE49-F238E27FC236}">
                <a16:creationId xmlns:a16="http://schemas.microsoft.com/office/drawing/2014/main" id="{9FF654B8-C7A8-4891-83E9-976A339AA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911" y="2434145"/>
            <a:ext cx="6884310" cy="3110599"/>
          </a:xfrm>
          <a:prstGeom prst="rect">
            <a:avLst/>
          </a:prstGeom>
        </p:spPr>
      </p:pic>
    </p:spTree>
    <p:extLst>
      <p:ext uri="{BB962C8B-B14F-4D97-AF65-F5344CB8AC3E}">
        <p14:creationId xmlns:p14="http://schemas.microsoft.com/office/powerpoint/2010/main" val="422720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Categorias de Produtos mais Vendidas</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9</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569660"/>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As três categorias que se destacaram pelo maior número de vendas foram: 'Cama, mesa e banho', 'Beleza e saúde' e 'Relógios e presentes'. Notavelmente, essas também foram as categorias que geraram a maior receita.</a:t>
            </a:r>
          </a:p>
        </p:txBody>
      </p:sp>
      <p:pic>
        <p:nvPicPr>
          <p:cNvPr id="10" name="Google Shape;285;g1ff40872408_1_130">
            <a:extLst>
              <a:ext uri="{FF2B5EF4-FFF2-40B4-BE49-F238E27FC236}">
                <a16:creationId xmlns:a16="http://schemas.microsoft.com/office/drawing/2014/main" id="{CD5FB764-F4FB-4466-960E-345531B90DC3}"/>
              </a:ext>
            </a:extLst>
          </p:cNvPr>
          <p:cNvPicPr preferRelativeResize="0">
            <a:picLocks/>
          </p:cNvPicPr>
          <p:nvPr/>
        </p:nvPicPr>
        <p:blipFill rotWithShape="1">
          <a:blip r:embed="rId3">
            <a:alphaModFix/>
          </a:blip>
          <a:srcRect/>
          <a:stretch/>
        </p:blipFill>
        <p:spPr>
          <a:xfrm>
            <a:off x="1250085" y="1953323"/>
            <a:ext cx="5926137" cy="4086991"/>
          </a:xfrm>
          <a:prstGeom prst="rect">
            <a:avLst/>
          </a:prstGeom>
          <a:noFill/>
          <a:ln>
            <a:noFill/>
          </a:ln>
        </p:spPr>
      </p:pic>
    </p:spTree>
    <p:extLst>
      <p:ext uri="{BB962C8B-B14F-4D97-AF65-F5344CB8AC3E}">
        <p14:creationId xmlns:p14="http://schemas.microsoft.com/office/powerpoint/2010/main" val="374994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Valor Padrão por Compra</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10</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323439"/>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A faixa de valor mais comum para as compras situa-se entre 0 e 1000 reais, com o maior subgrupo concentrado na faixa de 0 a 250 reais. O segundo subgrupo abrange a faixa de 250 a 500 reais.</a:t>
            </a:r>
          </a:p>
        </p:txBody>
      </p:sp>
      <p:pic>
        <p:nvPicPr>
          <p:cNvPr id="6" name="Picture 2">
            <a:extLst>
              <a:ext uri="{FF2B5EF4-FFF2-40B4-BE49-F238E27FC236}">
                <a16:creationId xmlns:a16="http://schemas.microsoft.com/office/drawing/2014/main" id="{90199968-2D15-42CE-B037-712CBE1A5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046" y="1860607"/>
            <a:ext cx="5591175"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128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Frequência de Compra por Cliente</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11</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569660"/>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Um aspecto significativo da análise é a frequência de compras por cliente, como evidenciado no gráfico ao lado.</a:t>
            </a:r>
          </a:p>
          <a:p>
            <a:r>
              <a:rPr lang="pt-BR" sz="1600" dirty="0">
                <a:solidFill>
                  <a:schemeClr val="tx1"/>
                </a:solidFill>
                <a:latin typeface="Roboto" panose="020B0604020202020204" charset="0"/>
                <a:ea typeface="Roboto" panose="020B0604020202020204" charset="0"/>
              </a:rPr>
              <a:t>Observa-se que a grande maioria dos clientes realizou apenas uma compra, indicando uma falta de fidelização com a plataforma.</a:t>
            </a:r>
          </a:p>
        </p:txBody>
      </p:sp>
      <p:pic>
        <p:nvPicPr>
          <p:cNvPr id="6" name="Picture 2">
            <a:extLst>
              <a:ext uri="{FF2B5EF4-FFF2-40B4-BE49-F238E27FC236}">
                <a16:creationId xmlns:a16="http://schemas.microsoft.com/office/drawing/2014/main" id="{0479AB9A-F546-41A2-994A-D383E4728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184" y="1855845"/>
            <a:ext cx="5476875"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087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Avaliação dos Clientes</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12</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2308324"/>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Mesmo com a baixíssima taxa de fidelização, a avaliação dos clientes, é em sua maioria, positiva.</a:t>
            </a:r>
          </a:p>
          <a:p>
            <a:r>
              <a:rPr lang="pt-BR" sz="1600" dirty="0">
                <a:solidFill>
                  <a:schemeClr val="tx1"/>
                </a:solidFill>
                <a:latin typeface="Roboto" panose="020B0604020202020204" charset="0"/>
                <a:ea typeface="Roboto" panose="020B0604020202020204" charset="0"/>
              </a:rPr>
              <a:t>Isso sugere que pode haver uma falha na forma como a pesquisa de satisfação dos clientes é conduzida, uma vez que, apesar dos resultados positivos, não se traduz em maior fidelização ou aumento nas compras realizadas pelos clientes na plataforma.</a:t>
            </a:r>
          </a:p>
        </p:txBody>
      </p:sp>
      <p:pic>
        <p:nvPicPr>
          <p:cNvPr id="6" name="Imagem 5" descr="Gráfico, Gráfico de barras&#10;&#10;Descrição gerada automaticamente">
            <a:extLst>
              <a:ext uri="{FF2B5EF4-FFF2-40B4-BE49-F238E27FC236}">
                <a16:creationId xmlns:a16="http://schemas.microsoft.com/office/drawing/2014/main" id="{3F67C18E-3367-4380-9758-EE8A4004D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198" y="1762914"/>
            <a:ext cx="5908023" cy="4453062"/>
          </a:xfrm>
          <a:prstGeom prst="rect">
            <a:avLst/>
          </a:prstGeom>
        </p:spPr>
      </p:pic>
    </p:spTree>
    <p:extLst>
      <p:ext uri="{BB962C8B-B14F-4D97-AF65-F5344CB8AC3E}">
        <p14:creationId xmlns:p14="http://schemas.microsoft.com/office/powerpoint/2010/main" val="455673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Vendas por Estado</a:t>
            </a: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13</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323439"/>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Analisando os produtos com maiores médias de nota, é possível destacar a área de ‘Tablets e impressoras’, ‘Roupas </a:t>
            </a:r>
            <a:r>
              <a:rPr lang="pt-BR" sz="1600" dirty="0" err="1">
                <a:solidFill>
                  <a:schemeClr val="tx1"/>
                </a:solidFill>
                <a:latin typeface="Roboto" panose="020B0604020202020204" charset="0"/>
                <a:ea typeface="Roboto" panose="020B0604020202020204" charset="0"/>
              </a:rPr>
              <a:t>infanto</a:t>
            </a:r>
            <a:r>
              <a:rPr lang="pt-BR" sz="1600" dirty="0">
                <a:solidFill>
                  <a:schemeClr val="tx1"/>
                </a:solidFill>
                <a:latin typeface="Roboto" panose="020B0604020202020204" charset="0"/>
                <a:ea typeface="Roboto" panose="020B0604020202020204" charset="0"/>
              </a:rPr>
              <a:t> juvenil’ e ‘Roupas masculinas’ como aquelas com as médias mais elevadas.</a:t>
            </a:r>
          </a:p>
        </p:txBody>
      </p:sp>
      <p:pic>
        <p:nvPicPr>
          <p:cNvPr id="6" name="Imagem 5">
            <a:extLst>
              <a:ext uri="{FF2B5EF4-FFF2-40B4-BE49-F238E27FC236}">
                <a16:creationId xmlns:a16="http://schemas.microsoft.com/office/drawing/2014/main" id="{FA6CBCEA-ED6E-4CB3-8EEC-CAE1F919A77B}"/>
              </a:ext>
            </a:extLst>
          </p:cNvPr>
          <p:cNvPicPr>
            <a:picLocks noChangeAspect="1"/>
          </p:cNvPicPr>
          <p:nvPr/>
        </p:nvPicPr>
        <p:blipFill>
          <a:blip r:embed="rId3"/>
          <a:stretch>
            <a:fillRect/>
          </a:stretch>
        </p:blipFill>
        <p:spPr>
          <a:xfrm>
            <a:off x="1943377" y="1606730"/>
            <a:ext cx="5218092" cy="5074286"/>
          </a:xfrm>
          <a:prstGeom prst="rect">
            <a:avLst/>
          </a:prstGeom>
        </p:spPr>
      </p:pic>
    </p:spTree>
    <p:extLst>
      <p:ext uri="{BB962C8B-B14F-4D97-AF65-F5344CB8AC3E}">
        <p14:creationId xmlns:p14="http://schemas.microsoft.com/office/powerpoint/2010/main" val="2046045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g1ff255b12e9_1_29"/>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Produtos com Menores Médias de Notas</a:t>
            </a:r>
            <a:br>
              <a:rPr lang="pt-BR" sz="3600" dirty="0"/>
            </a:br>
            <a:br>
              <a:rPr lang="pt-BR" sz="3600" dirty="0"/>
            </a:br>
            <a:endParaRPr sz="3359" dirty="0"/>
          </a:p>
        </p:txBody>
      </p:sp>
      <p:sp>
        <p:nvSpPr>
          <p:cNvPr id="258" name="Google Shape;258;g1ff255b12e9_1_29"/>
          <p:cNvSpPr txBox="1">
            <a:spLocks noGrp="1"/>
          </p:cNvSpPr>
          <p:nvPr>
            <p:ph type="sldNum" idx="12"/>
          </p:nvPr>
        </p:nvSpPr>
        <p:spPr>
          <a:xfrm>
            <a:off x="11454317" y="6420414"/>
            <a:ext cx="6378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solidFill>
                  <a:schemeClr val="accent3"/>
                </a:solidFill>
                <a:latin typeface="Average"/>
                <a:ea typeface="Average"/>
                <a:cs typeface="Average"/>
                <a:sym typeface="Average"/>
              </a:rPr>
              <a:t>14</a:t>
            </a:fld>
            <a:endParaRPr>
              <a:solidFill>
                <a:schemeClr val="accent3"/>
              </a:solidFill>
              <a:latin typeface="Average"/>
              <a:ea typeface="Average"/>
              <a:cs typeface="Average"/>
              <a:sym typeface="Average"/>
            </a:endParaRPr>
          </a:p>
        </p:txBody>
      </p:sp>
      <p:sp>
        <p:nvSpPr>
          <p:cNvPr id="12" name="CaixaDeTexto 11">
            <a:extLst>
              <a:ext uri="{FF2B5EF4-FFF2-40B4-BE49-F238E27FC236}">
                <a16:creationId xmlns:a16="http://schemas.microsoft.com/office/drawing/2014/main" id="{76FF3AD7-4CFB-41EF-B93C-5434D4D1F5DF}"/>
              </a:ext>
            </a:extLst>
          </p:cNvPr>
          <p:cNvSpPr txBox="1"/>
          <p:nvPr/>
        </p:nvSpPr>
        <p:spPr>
          <a:xfrm>
            <a:off x="7460370" y="3081504"/>
            <a:ext cx="4312847" cy="1815882"/>
          </a:xfrm>
          <a:prstGeom prst="rect">
            <a:avLst/>
          </a:prstGeom>
          <a:noFill/>
        </p:spPr>
        <p:txBody>
          <a:bodyPr wrap="square" rtlCol="0">
            <a:spAutoFit/>
          </a:bodyPr>
          <a:lstStyle/>
          <a:p>
            <a:r>
              <a:rPr lang="pt-BR" sz="1600" dirty="0">
                <a:solidFill>
                  <a:schemeClr val="tx1"/>
                </a:solidFill>
                <a:latin typeface="Roboto" panose="020B0604020202020204" charset="0"/>
                <a:ea typeface="Roboto" panose="020B0604020202020204" charset="0"/>
              </a:rPr>
              <a:t>Analisando os produtos com menores médias de nota, é possível perceber que ‘Casa e conforto’, ‘</a:t>
            </a:r>
            <a:r>
              <a:rPr lang="pt-BR" sz="1600" dirty="0" err="1">
                <a:solidFill>
                  <a:schemeClr val="tx1"/>
                </a:solidFill>
                <a:latin typeface="Roboto" panose="020B0604020202020204" charset="0"/>
                <a:ea typeface="Roboto" panose="020B0604020202020204" charset="0"/>
              </a:rPr>
              <a:t>Eletroportáteis</a:t>
            </a:r>
            <a:r>
              <a:rPr lang="pt-BR" sz="1600" dirty="0">
                <a:solidFill>
                  <a:schemeClr val="tx1"/>
                </a:solidFill>
                <a:latin typeface="Roboto" panose="020B0604020202020204" charset="0"/>
                <a:ea typeface="Roboto" panose="020B0604020202020204" charset="0"/>
              </a:rPr>
              <a:t> e preparadores de alimentos’ e ‘Artes e artesanato’ se destacam negativamente, apresentando as piores avaliações por parte dos clientes.</a:t>
            </a:r>
          </a:p>
        </p:txBody>
      </p:sp>
      <p:pic>
        <p:nvPicPr>
          <p:cNvPr id="6" name="Imagem 5">
            <a:extLst>
              <a:ext uri="{FF2B5EF4-FFF2-40B4-BE49-F238E27FC236}">
                <a16:creationId xmlns:a16="http://schemas.microsoft.com/office/drawing/2014/main" id="{9639AC55-0686-45ED-A306-0C690CB1F3B7}"/>
              </a:ext>
            </a:extLst>
          </p:cNvPr>
          <p:cNvPicPr>
            <a:picLocks noChangeAspect="1"/>
          </p:cNvPicPr>
          <p:nvPr/>
        </p:nvPicPr>
        <p:blipFill>
          <a:blip r:embed="rId3"/>
          <a:stretch>
            <a:fillRect/>
          </a:stretch>
        </p:blipFill>
        <p:spPr>
          <a:xfrm>
            <a:off x="825909" y="1641058"/>
            <a:ext cx="6350311" cy="5017786"/>
          </a:xfrm>
          <a:prstGeom prst="rect">
            <a:avLst/>
          </a:prstGeom>
        </p:spPr>
      </p:pic>
    </p:spTree>
    <p:extLst>
      <p:ext uri="{BB962C8B-B14F-4D97-AF65-F5344CB8AC3E}">
        <p14:creationId xmlns:p14="http://schemas.microsoft.com/office/powerpoint/2010/main" val="3387171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1ff40872408_1_58"/>
          <p:cNvSpPr txBox="1">
            <a:spLocks noGrp="1"/>
          </p:cNvSpPr>
          <p:nvPr>
            <p:ph type="title"/>
          </p:nvPr>
        </p:nvSpPr>
        <p:spPr>
          <a:xfrm>
            <a:off x="513820" y="2715391"/>
            <a:ext cx="11165400" cy="1647000"/>
          </a:xfrm>
          <a:prstGeom prst="rect">
            <a:avLst/>
          </a:prstGeom>
        </p:spPr>
        <p:txBody>
          <a:bodyPr spcFirstLastPara="1" wrap="square" lIns="91425" tIns="45700" rIns="91425" bIns="45700" anchor="t" anchorCtr="0">
            <a:noAutofit/>
          </a:bodyPr>
          <a:lstStyle/>
          <a:p>
            <a:pPr algn="ctr"/>
            <a:r>
              <a:rPr lang="pt-BR" sz="6000" dirty="0"/>
              <a:t>Conclusões</a:t>
            </a:r>
            <a:r>
              <a:rPr lang="en-US" sz="5800" dirty="0"/>
              <a:t>:</a:t>
            </a:r>
            <a:endParaRPr sz="5800" dirty="0"/>
          </a:p>
        </p:txBody>
      </p:sp>
      <p:sp>
        <p:nvSpPr>
          <p:cNvPr id="199" name="Google Shape;199;g1ff40872408_1_58"/>
          <p:cNvSpPr txBox="1">
            <a:spLocks noGrp="1"/>
          </p:cNvSpPr>
          <p:nvPr>
            <p:ph type="sldNum" idx="12"/>
          </p:nvPr>
        </p:nvSpPr>
        <p:spPr>
          <a:xfrm>
            <a:off x="11454317" y="6420414"/>
            <a:ext cx="6378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
        <p:nvSpPr>
          <p:cNvPr id="200" name="Google Shape;200;g1ff40872408_1_58"/>
          <p:cNvSpPr/>
          <p:nvPr/>
        </p:nvSpPr>
        <p:spPr>
          <a:xfrm>
            <a:off x="517869" y="508090"/>
            <a:ext cx="11157303"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98875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9" name="Google Shape;199;g1ff40872408_1_58"/>
          <p:cNvSpPr txBox="1">
            <a:spLocks noGrp="1"/>
          </p:cNvSpPr>
          <p:nvPr>
            <p:ph type="sldNum" idx="12"/>
          </p:nvPr>
        </p:nvSpPr>
        <p:spPr>
          <a:xfrm>
            <a:off x="11454317" y="6420414"/>
            <a:ext cx="6378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200" name="Google Shape;200;g1ff40872408_1_58"/>
          <p:cNvSpPr/>
          <p:nvPr/>
        </p:nvSpPr>
        <p:spPr>
          <a:xfrm>
            <a:off x="517869" y="508090"/>
            <a:ext cx="11157303"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 name="Google Shape;256;g1ff255b12e9_1_29">
            <a:extLst>
              <a:ext uri="{FF2B5EF4-FFF2-40B4-BE49-F238E27FC236}">
                <a16:creationId xmlns:a16="http://schemas.microsoft.com/office/drawing/2014/main" id="{D15423AB-563C-457B-BAC5-4C209C2A9954}"/>
              </a:ext>
            </a:extLst>
          </p:cNvPr>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Apontamentos e Sugestões</a:t>
            </a:r>
            <a:br>
              <a:rPr lang="pt-BR" sz="3600" dirty="0"/>
            </a:br>
            <a:br>
              <a:rPr lang="pt-BR" sz="3600" dirty="0"/>
            </a:br>
            <a:endParaRPr sz="3359" dirty="0"/>
          </a:p>
        </p:txBody>
      </p:sp>
      <p:sp>
        <p:nvSpPr>
          <p:cNvPr id="10" name="CaixaDeTexto 9">
            <a:extLst>
              <a:ext uri="{FF2B5EF4-FFF2-40B4-BE49-F238E27FC236}">
                <a16:creationId xmlns:a16="http://schemas.microsoft.com/office/drawing/2014/main" id="{E9489AF7-C047-4031-9B14-8D7B0528DF91}"/>
              </a:ext>
            </a:extLst>
          </p:cNvPr>
          <p:cNvSpPr txBox="1"/>
          <p:nvPr/>
        </p:nvSpPr>
        <p:spPr>
          <a:xfrm>
            <a:off x="517869" y="1884081"/>
            <a:ext cx="11137422" cy="3293209"/>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Conforme evidenciado nos gráficos anteriores, é nítido que há um problema na fidelização do cliente, pois a grande maioria dos consumidores não voltaram a fazer negócios com a plataforma.</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Por outro lado, a pesquisa de satisfação indica resultados positivos, o que contrasta com a baixa taxa de fidelização. Diante disso, sugere-se uma nova abordagem para mensurar a experiência do cliente, buscando uma compreensão mais profunda dos fatores que possam estar contribuindo para a baixa taxa de retorno dos clientes.</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Observa-se que o grupo predominante de consumidores é composto por residentes do estado de São Paulo, que efetuam pagamentos com cartão de crédito e realizam pedidos com valor inferior a 250 reais.</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Portanto, propõe-se que campanhas comerciais futuras, com foco em fidelização, sejam direcionadas para oferecer benefícios regionais, como frete grátis para clientes do estado de São Paulo, além de estabelecer parcerias com operadoras de cartão de crédito para implementar programas de '</a:t>
            </a:r>
            <a:r>
              <a:rPr lang="pt-BR" sz="1600" dirty="0" err="1">
                <a:solidFill>
                  <a:schemeClr val="tx1"/>
                </a:solidFill>
                <a:latin typeface="Roboto" panose="020B0604020202020204" charset="0"/>
                <a:ea typeface="Roboto" panose="020B0604020202020204" charset="0"/>
              </a:rPr>
              <a:t>cashback</a:t>
            </a:r>
            <a:r>
              <a:rPr lang="pt-BR" sz="1600" dirty="0">
                <a:solidFill>
                  <a:schemeClr val="tx1"/>
                </a:solidFill>
                <a:latin typeface="Roboto" panose="020B0604020202020204" charset="0"/>
                <a:ea typeface="Roboto" panose="020B0604020202020204" charset="0"/>
              </a:rPr>
              <a:t>’.</a:t>
            </a:r>
          </a:p>
        </p:txBody>
      </p:sp>
    </p:spTree>
    <p:extLst>
      <p:ext uri="{BB962C8B-B14F-4D97-AF65-F5344CB8AC3E}">
        <p14:creationId xmlns:p14="http://schemas.microsoft.com/office/powerpoint/2010/main" val="2900987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9" name="Google Shape;199;g1ff40872408_1_58"/>
          <p:cNvSpPr txBox="1">
            <a:spLocks noGrp="1"/>
          </p:cNvSpPr>
          <p:nvPr>
            <p:ph type="sldNum" idx="12"/>
          </p:nvPr>
        </p:nvSpPr>
        <p:spPr>
          <a:xfrm>
            <a:off x="11454317" y="6420414"/>
            <a:ext cx="6378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
        <p:nvSpPr>
          <p:cNvPr id="200" name="Google Shape;200;g1ff40872408_1_58"/>
          <p:cNvSpPr/>
          <p:nvPr/>
        </p:nvSpPr>
        <p:spPr>
          <a:xfrm>
            <a:off x="517869" y="508090"/>
            <a:ext cx="11157303"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 name="Google Shape;256;g1ff255b12e9_1_29">
            <a:extLst>
              <a:ext uri="{FF2B5EF4-FFF2-40B4-BE49-F238E27FC236}">
                <a16:creationId xmlns:a16="http://schemas.microsoft.com/office/drawing/2014/main" id="{D15423AB-563C-457B-BAC5-4C209C2A9954}"/>
              </a:ext>
            </a:extLst>
          </p:cNvPr>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Apontamentos e Sugestões</a:t>
            </a:r>
            <a:br>
              <a:rPr lang="pt-BR" sz="3600" dirty="0"/>
            </a:br>
            <a:br>
              <a:rPr lang="pt-BR" sz="3600" dirty="0"/>
            </a:br>
            <a:endParaRPr sz="3359" dirty="0"/>
          </a:p>
        </p:txBody>
      </p:sp>
      <p:sp>
        <p:nvSpPr>
          <p:cNvPr id="10" name="CaixaDeTexto 9">
            <a:extLst>
              <a:ext uri="{FF2B5EF4-FFF2-40B4-BE49-F238E27FC236}">
                <a16:creationId xmlns:a16="http://schemas.microsoft.com/office/drawing/2014/main" id="{E9489AF7-C047-4031-9B14-8D7B0528DF91}"/>
              </a:ext>
            </a:extLst>
          </p:cNvPr>
          <p:cNvSpPr txBox="1"/>
          <p:nvPr/>
        </p:nvSpPr>
        <p:spPr>
          <a:xfrm>
            <a:off x="517869" y="1884081"/>
            <a:ext cx="11137422" cy="3785652"/>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Para expandir a marca, seria estratégico lançar campanhas de marketing para além do estado de São Paulo, visando aumentar a participação de mercado em outras regiões do Brasil, como Minas Gerais e Rio de Janeiro, onde já existe um grupo de consumidores significativo.</a:t>
            </a:r>
          </a:p>
          <a:p>
            <a:pPr>
              <a:buClr>
                <a:schemeClr val="tx1"/>
              </a:buCl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Além disso, seria vantajoso anunciar e promover campanhas nessas demais regiões, visando as categorias de produtos mais bem avaliadas (considerando a nova abordagem), com o objetivo de estabelecer rapidamente uma identificação com esses consumidores regionais.</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Quanto aos produtos com avaliações mais baixas, é crucial realizar uma análise mais aprofundada para compreender quais expectativas dos clientes não foram atendidas por eles. Isso pode incluir a coleta de feedback direto dos clientes por meio de questionários e/ou formulários específicos, bem como o acompanhamento das mídias sociais e fóruns online para identificar comentários, críticas ou discussões sobre os produtos com avaliações mais baixas.</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p:txBody>
      </p:sp>
    </p:spTree>
    <p:extLst>
      <p:ext uri="{BB962C8B-B14F-4D97-AF65-F5344CB8AC3E}">
        <p14:creationId xmlns:p14="http://schemas.microsoft.com/office/powerpoint/2010/main" val="977386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9" name="Google Shape;199;g1ff40872408_1_58"/>
          <p:cNvSpPr txBox="1">
            <a:spLocks noGrp="1"/>
          </p:cNvSpPr>
          <p:nvPr>
            <p:ph type="sldNum" idx="12"/>
          </p:nvPr>
        </p:nvSpPr>
        <p:spPr>
          <a:xfrm>
            <a:off x="11454317" y="6420414"/>
            <a:ext cx="637800" cy="3651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
        <p:nvSpPr>
          <p:cNvPr id="200" name="Google Shape;200;g1ff40872408_1_58"/>
          <p:cNvSpPr/>
          <p:nvPr/>
        </p:nvSpPr>
        <p:spPr>
          <a:xfrm>
            <a:off x="517869" y="508090"/>
            <a:ext cx="11157303"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 name="Google Shape;256;g1ff255b12e9_1_29">
            <a:extLst>
              <a:ext uri="{FF2B5EF4-FFF2-40B4-BE49-F238E27FC236}">
                <a16:creationId xmlns:a16="http://schemas.microsoft.com/office/drawing/2014/main" id="{D15423AB-563C-457B-BAC5-4C209C2A9954}"/>
              </a:ext>
            </a:extLst>
          </p:cNvPr>
          <p:cNvSpPr txBox="1">
            <a:spLocks noGrp="1"/>
          </p:cNvSpPr>
          <p:nvPr>
            <p:ph type="title"/>
          </p:nvPr>
        </p:nvSpPr>
        <p:spPr>
          <a:xfrm>
            <a:off x="537750" y="819098"/>
            <a:ext cx="11165400" cy="654900"/>
          </a:xfrm>
          <a:prstGeom prst="rect">
            <a:avLst/>
          </a:prstGeom>
          <a:noFill/>
          <a:ln>
            <a:noFill/>
          </a:ln>
        </p:spPr>
        <p:txBody>
          <a:bodyPr spcFirstLastPara="1" wrap="square" lIns="91425" tIns="45700" rIns="91425" bIns="45700" anchor="t" anchorCtr="0">
            <a:noAutofit/>
          </a:bodyPr>
          <a:lstStyle/>
          <a:p>
            <a:pPr algn="ctr">
              <a:buSzPts val="4860"/>
            </a:pPr>
            <a:r>
              <a:rPr lang="pt-BR" sz="3600" dirty="0"/>
              <a:t>Apontamentos e Sugestões</a:t>
            </a:r>
            <a:br>
              <a:rPr lang="pt-BR" sz="3600" dirty="0"/>
            </a:br>
            <a:br>
              <a:rPr lang="pt-BR" sz="3600" dirty="0"/>
            </a:br>
            <a:endParaRPr sz="3359" dirty="0"/>
          </a:p>
        </p:txBody>
      </p:sp>
      <p:sp>
        <p:nvSpPr>
          <p:cNvPr id="10" name="CaixaDeTexto 9">
            <a:extLst>
              <a:ext uri="{FF2B5EF4-FFF2-40B4-BE49-F238E27FC236}">
                <a16:creationId xmlns:a16="http://schemas.microsoft.com/office/drawing/2014/main" id="{E9489AF7-C047-4031-9B14-8D7B0528DF91}"/>
              </a:ext>
            </a:extLst>
          </p:cNvPr>
          <p:cNvSpPr txBox="1"/>
          <p:nvPr/>
        </p:nvSpPr>
        <p:spPr>
          <a:xfrm>
            <a:off x="517869" y="1884081"/>
            <a:ext cx="11137422" cy="4278094"/>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Nota-se que as três categorias que se destacaram pelo maior número de vendas ('Cama, mesa e banho', 'Beleza e saúde' e 'Relógios e presentes’) também foram as que geraram a maior receita. </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Portanto, visando atrair novos clientes, fidelização e vantagem competitiva, a empresa pode oferecer uma seção especializada no site dedicada a esses produtos, com fotos de alta qualidade, descrições detalhadas e guias de compra para ajudar os clientes a escolher os itens adequados para suas necessidades. Como por exemplo, oferecer descontos exclusivos e amostras grátis para clientes que comprarem produtos de beleza e saúde regularmente.</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r>
              <a:rPr lang="pt-BR" sz="1600" dirty="0">
                <a:solidFill>
                  <a:schemeClr val="tx1"/>
                </a:solidFill>
                <a:latin typeface="Roboto" panose="020B0604020202020204" charset="0"/>
                <a:ea typeface="Roboto" panose="020B0604020202020204" charset="0"/>
              </a:rPr>
              <a:t>Da mesma forma, também seria vantajoso criar campanhas de marketing online direcionadas para clientes interessados nessas categorias de produtos. Isso envolveria: anúncios que aparecem em sites de decoração de interiores ou em páginas de redes sociais relacionadas a decoração; anúncios em redes sociais que segmentam usuários interessados em cuidados com a pele, maquiagem ou fitness, bem como parcerias com influenciadores que compartilham dicas de beleza e saúde; anúncios que aparecem em sites de moda, revistas de estilo de vida ou em páginas de redes sociais de entusiastas de relógios.</a:t>
            </a: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a:p>
            <a:pPr marL="285750" indent="-285750">
              <a:buClr>
                <a:schemeClr val="tx1"/>
              </a:buClr>
              <a:buFont typeface="Arial" panose="020B0604020202020204" pitchFamily="34" charset="0"/>
              <a:buChar char="•"/>
            </a:pPr>
            <a:endParaRPr lang="pt-BR" sz="1600" dirty="0">
              <a:solidFill>
                <a:schemeClr val="tx1"/>
              </a:solidFill>
              <a:latin typeface="Roboto" panose="020B0604020202020204" charset="0"/>
              <a:ea typeface="Roboto" panose="020B0604020202020204" charset="0"/>
            </a:endParaRPr>
          </a:p>
        </p:txBody>
      </p:sp>
    </p:spTree>
    <p:extLst>
      <p:ext uri="{BB962C8B-B14F-4D97-AF65-F5344CB8AC3E}">
        <p14:creationId xmlns:p14="http://schemas.microsoft.com/office/powerpoint/2010/main" val="1047942332"/>
      </p:ext>
    </p:extLst>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1626</Words>
  <Application>Microsoft Office PowerPoint</Application>
  <PresentationFormat>Widescreen</PresentationFormat>
  <Paragraphs>97</Paragraphs>
  <Slides>18</Slides>
  <Notes>18</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18</vt:i4>
      </vt:variant>
    </vt:vector>
  </HeadingPairs>
  <TitlesOfParts>
    <vt:vector size="23" baseType="lpstr">
      <vt:lpstr>Arial</vt:lpstr>
      <vt:lpstr>Roboto</vt:lpstr>
      <vt:lpstr>Oswald</vt:lpstr>
      <vt:lpstr>Average</vt:lpstr>
      <vt:lpstr>Slate</vt:lpstr>
      <vt:lpstr> ATP – Inteligência Analítica em Negócios</vt:lpstr>
      <vt:lpstr>Dataset da empresa Olist store  </vt:lpstr>
      <vt:lpstr>Os dados estão acessíveis no Kaggle através do seguinte link: https://www.kaggle.com/datasets/olistbr/brazilian-ecommerce#olist_products_dataset.csv e estão organizados em oito conjuntos distintos. cobrindo informações pertinentes para compreender o cenário em questão: </vt:lpstr>
      <vt:lpstr>Seleção de Dados e Informações para Análise:</vt:lpstr>
      <vt:lpstr>Gráficos e Análises:</vt:lpstr>
      <vt:lpstr>Vendas por Estado </vt:lpstr>
      <vt:lpstr>Forma de Pagamento  </vt:lpstr>
      <vt:lpstr>Categorias de Produtos maior Receita  </vt:lpstr>
      <vt:lpstr>Categorias de Produtos mais Vendidas  </vt:lpstr>
      <vt:lpstr>Valor Padrão por Compra  </vt:lpstr>
      <vt:lpstr>Frequência de Compra por Cliente  </vt:lpstr>
      <vt:lpstr>Avaliação dos Clientes  </vt:lpstr>
      <vt:lpstr>Vendas por Estado </vt:lpstr>
      <vt:lpstr>Produtos com Menores Médias de Notas  </vt:lpstr>
      <vt:lpstr>Conclusões:</vt:lpstr>
      <vt:lpstr>Apontamentos e Sugestões  </vt:lpstr>
      <vt:lpstr>Apontamentos e Sugestões  </vt:lpstr>
      <vt:lpstr>Apontamentos e Sugestões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ATP – Inteligência Analítica em Negócios</dc:title>
  <dc:creator>simone schiller</dc:creator>
  <cp:lastModifiedBy>Vanessa</cp:lastModifiedBy>
  <cp:revision>19</cp:revision>
  <dcterms:created xsi:type="dcterms:W3CDTF">2024-04-29T22:39:21Z</dcterms:created>
  <dcterms:modified xsi:type="dcterms:W3CDTF">2024-05-03T21:50:12Z</dcterms:modified>
</cp:coreProperties>
</file>